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71" r:id="rId9"/>
    <p:sldId id="264" r:id="rId10"/>
    <p:sldId id="265" r:id="rId11"/>
    <p:sldId id="266" r:id="rId12"/>
    <p:sldId id="272" r:id="rId13"/>
    <p:sldId id="270" r:id="rId14"/>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44" autoAdjust="0"/>
  </p:normalViewPr>
  <p:slideViewPr>
    <p:cSldViewPr snapToGrid="0">
      <p:cViewPr>
        <p:scale>
          <a:sx n="50" d="100"/>
          <a:sy n="50" d="100"/>
        </p:scale>
        <p:origin x="86" y="7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0:35</a:t>
            </a:r>
          </a:p>
          <a:p>
            <a:r>
              <a:t>핵심 메시지: 10종 공공데이터를 하나의 수출 의사결정 흐름으로 전환한 구현 서비스입니다.</a:t>
            </a:r>
          </a:p>
          <a:p>
            <a:r>
              <a:t>삽입할 프로그램 스크린샷: 실제 서비스 메인 데모 화면</a:t>
            </a:r>
          </a:p>
          <a:p>
            <a:r>
              <a:t>화면에서 강조할 부분: 아이디어가 아니라 작동하는 프로토타입이라는 점</a:t>
            </a:r>
          </a:p>
          <a:p>
            <a:r>
              <a:t>PPT 핵심 문구: 흩어진 공공데이터를 5분 수출 의사결정으로</a:t>
            </a:r>
          </a:p>
          <a:p>
            <a:r>
              <a:t>발표 대본:</a:t>
            </a:r>
          </a:p>
          <a:p>
            <a:r>
              <a:t>안녕하세요. 저희가 만든 AI 산단수출 코파일럿은 수출 경험과 전담 인력이 부족한 산업단지 제조기업이 기업과 제품 정보만으로 후보국, 인증·규제, 결제 위험, 다음 행동까지 한 번에 판단하도록 돕는 서비스입니다. 오늘은 실제 구현 화면을 중심으로 필요성, 구현 수준, 차별성, 사업화 가능성을 말씀드리겠습니다.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0:55</a:t>
            </a:r>
          </a:p>
          <a:p>
            <a:r>
              <a:t>핵심 메시지: 문제는 정보 부족이 아니라 기업별 의사결정 흐름이 끊겨 있다는 점입니다.</a:t>
            </a:r>
          </a:p>
          <a:p>
            <a:r>
              <a:t>삽입할 프로그램 스크린샷: 없음</a:t>
            </a:r>
          </a:p>
          <a:p>
            <a:r>
              <a:t>화면에서 강조할 부분: 10종 데이터와 1개의 결정 사이의 간극</a:t>
            </a:r>
          </a:p>
          <a:p>
            <a:r>
              <a:t>PPT 핵심 문구: 데이터는 10곳에 있지만 기업이 원하는 결정은 하나</a:t>
            </a:r>
          </a:p>
          <a:p>
            <a:r>
              <a:t>발표 대본:</a:t>
            </a:r>
          </a:p>
          <a:p>
            <a:r>
              <a:t>수출을 시작하려는 기업의 첫 질문은 단순히 어느 나라가 큰 시장인가가 아닙니다. 우리 공장과 제품 기준으로 어느 나라를 먼저 볼지, 어떤 인증과 규제를 넘을지, 관세와 결제 위험을 감수할 수 있는지를 함께 판단해야 합니다. 지금은 이 근거가 여러 기관에 흩어져 있어 정보는 많지만 결정은 느리고 누락 위험은 큽니다.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0:55</a:t>
            </a:r>
          </a:p>
          <a:p>
            <a:r>
              <a:t>핵심 메시지: 기존 대안은 정확성·속도·실행성 중 하나에서 흐름이 끊깁니다.</a:t>
            </a:r>
          </a:p>
          <a:p>
            <a:r>
              <a:t>삽입할 프로그램 스크린샷: 없음</a:t>
            </a:r>
          </a:p>
          <a:p>
            <a:r>
              <a:t>화면에서 강조할 부분: 기능 나열이 아니라 Go/No-Go까지 이어지는지 비교</a:t>
            </a:r>
          </a:p>
          <a:p>
            <a:r>
              <a:t>PPT 핵심 문구: 정확성·속도·실행성을 한 흐름에서 충족</a:t>
            </a:r>
          </a:p>
          <a:p>
            <a:r>
              <a:t>발표 대본:</a:t>
            </a:r>
          </a:p>
          <a:p>
            <a:r>
              <a:t>기존 정보 포털은 정확하지만 기관별로 다시 검색해야 하고, 일반 생성형 AI는 빠르지만 출처와 조회일을 추적하기 어렵습니다. 컨설팅 보고서는 유용하지만 데이터가 바뀔 때마다 다시 작성해야 합니다. 그래서 기업·품목·국가·위험·행동이 끊기지 않는 의사결정 구조가 필요합니다.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1:00</a:t>
            </a:r>
          </a:p>
          <a:p>
            <a:r>
              <a:t>핵심 메시지: 의사결정을 해야 하는 제조기업과 지원기관이 핵심 고객입니다.</a:t>
            </a:r>
          </a:p>
          <a:p>
            <a:r>
              <a:t>삽입할 프로그램 스크린샷: 없음</a:t>
            </a:r>
          </a:p>
          <a:p>
            <a:r>
              <a:t>화면에서 강조할 부분: 대표의 Go/No-Go, 실무자의 요건, 기관의 표준 진단</a:t>
            </a:r>
          </a:p>
          <a:p>
            <a:r>
              <a:t>PPT 핵심 문구: 검색보다 다음 결정을 내려야 하는 세 고객</a:t>
            </a:r>
          </a:p>
          <a:p>
            <a:r>
              <a:t>발표 대본:</a:t>
            </a:r>
          </a:p>
          <a:p>
            <a:r>
              <a:t>1차 고객은 수출 전담자가 없거나 경험이 적은 산단 제조기업입니다. 대표는 추진 여부와 우선시장을, 실무자는 HS 코드와 인증·규제·결제 조건을 필요로 합니다. 두 번째는 산단공, 지자체, 테크노파크 같은 지원기관으로 상담 전에 기업을 표준 진단하고 근거 리포트를 남겨야 합니다. 세 번째는 관세·인증·무역 전문가로, 흩어진 근거를 빠르게 확인하고 고부가 자문에 집중할 수 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0:45</a:t>
            </a:r>
          </a:p>
          <a:p>
            <a:r>
              <a:t>핵심 메시지: 입력-판단-실행이 한 흐름으로 이어집니다.</a:t>
            </a:r>
          </a:p>
          <a:p>
            <a:r>
              <a:t>삽입할 프로그램 스크린샷: 없음</a:t>
            </a:r>
          </a:p>
          <a:p>
            <a:r>
              <a:t>화면에서 강조할 부분: 기업·HSK에서 Top 3, 국가 게이트, 실행 리포트로 이어지는 다섯 단계</a:t>
            </a:r>
          </a:p>
          <a:p>
            <a:r>
              <a:t>PPT 핵심 문구: 기업·제품 입력부터 실행 리포트까지 5단계</a:t>
            </a:r>
          </a:p>
          <a:p>
            <a:r>
              <a:t>발표 대본:</a:t>
            </a:r>
          </a:p>
          <a:p>
            <a:r>
              <a:t>이용 흐름은 단순합니다. 먼저 KICOX 기업·공장 정보와 제품·HSK를 고정합니다. 다음으로 후보국 Top 3를 도출하고, 선택 국가의 시장·인증·규제·결제·안전을 상세 검증합니다. 마지막으로 AI가 조건부 추진 여부와 다음 행동을 정리해 PDF 리포트로 제공합니다.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1:10</a:t>
            </a:r>
          </a:p>
          <a:p>
            <a:r>
              <a:t>핵심 메시지: 기업 확인과 품목 확정을 하나의 영상 흐름으로 보여주고, 실제 분석에 사용된 기준값을 명확히 고정합니다.</a:t>
            </a:r>
          </a:p>
          <a:p>
            <a:r>
              <a:t>삽입할 프로그램 스크린샷: 0~7초 실제 작동 영상</a:t>
            </a:r>
          </a:p>
          <a:p>
            <a:r>
              <a:t>화면에서 강조할 부분: 넥센타이어, HS 401110, HSK 4011100000과 사용자 확정 절차</a:t>
            </a:r>
          </a:p>
          <a:p>
            <a:r>
              <a:t>PPT 핵심 문구: 공식 기업정보 → AI 후보 → 사용자 HSK10 확정</a:t>
            </a:r>
          </a:p>
          <a:p>
            <a:r>
              <a:t>발표 대본:</a:t>
            </a:r>
          </a:p>
          <a:p>
            <a:r>
              <a:t>6번 화면은 기업 확인과 품목 확정을 하나의 연속 데모로 보여줍니다. 먼저 KICOX 기업정보에서 넥센타이어의 공장, 산업단지, 업종과 생산품을 불러옵니다. 이어 제품 설명을 기준으로 관세청 코드표와 AI가 HS·HSK 후보를 제안하고, 사용자가 최종 분석 코드인 HS 401110과 HSK 4011100000을 확정합니다. 오른쪽에는 실제 분석에 고정된 기준값을 남겼습니다. 즉 AI가 임의로 품목을 결정하는 것이 아니라 공식 기업정보와 사용자가 확정한 HSK10을 다음 분석의 출발점으로 사용합니다.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1:10</a:t>
            </a:r>
          </a:p>
          <a:p>
            <a:r>
              <a:t>핵심 메시지: 추천은 일반 국가 순위가 아니라 기업·품목 기준의 추적 가능한 후보군입니다.</a:t>
            </a:r>
          </a:p>
          <a:p>
            <a:r>
              <a:t>삽입할 프로그램 스크린샷: countries.png</a:t>
            </a:r>
          </a:p>
          <a:p>
            <a:r>
              <a:t>화면에서 강조할 부분: 미국·베트남·브라질과 포함·감점 이유</a:t>
            </a:r>
          </a:p>
          <a:p>
            <a:r>
              <a:t>PPT 핵심 문구: Top 3를 이유와 함께 좁힌다</a:t>
            </a:r>
          </a:p>
          <a:p>
            <a:r>
              <a:t>발표 대본:</a:t>
            </a:r>
          </a:p>
          <a:p>
            <a:r>
              <a:t>확정된 타이어 코드로 미국, 베트남, 브라질이 상위 후보로 제시됩니다. 각 카드에는 포함 이유뿐 아니라 낮은 점수의 이유가 함께 표시됩니다. 후보군 안에서만 시장성, 인증, 규제, 결제, 안전을 비교하기 때문에 시장 규모만 큰 국가를 무조건 추천하지 않습니다.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45초</a:t>
            </a:r>
          </a:p>
          <a:p>
            <a:r>
              <a:t>발표 대본:</a:t>
            </a:r>
          </a:p>
          <a:p>
            <a:r>
              <a:t>이 화면은 추천 결과를 실제 수출 조건으로 검증하는 국가 상세 화면입니다. 시장과 업종 동향뿐 아니라 목적국 세번과 관세, FTA 활용 가능성, 필요한 인증과 수입 규제까지 한곳에서 확인할 수 있습니다. 여기에 국가신용, 결제 위험, 물류와 환율 정보를 함께 제공해 수출 전에 무엇을 확인해야 하는지 빠르게 판단할 수 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1:10</a:t>
            </a:r>
          </a:p>
          <a:p>
            <a:r>
              <a:t>핵심 메시지: AI 출력은 출처가 연결된 조건부 판단과 실행 항목입니다.</a:t>
            </a:r>
          </a:p>
          <a:p>
            <a:r>
              <a:t>삽입할 프로그램 스크린샷: report.png</a:t>
            </a:r>
          </a:p>
          <a:p>
            <a:r>
              <a:t>화면에서 강조할 부분: 조건부 추진, 14.72%, DOT, O/A 85.7%, PDF</a:t>
            </a:r>
          </a:p>
          <a:p>
            <a:r>
              <a:t>PPT 핵심 문구: 조건을 담당자와 다음 행동으로 전환</a:t>
            </a:r>
          </a:p>
          <a:p>
            <a:r>
              <a:t>발표 대본:</a:t>
            </a:r>
          </a:p>
          <a:p>
            <a:r>
              <a:t>최종 리포트는 미국 시장을 조건부 추진으로 판단합니다. 현재 데모에서는 한미 FTA 기본 무관세와 함께 14.72% 반덤핑 관세, DOT 인증, O/A 결제 비중 85.7%를 동시에 검토하도록 제시합니다. 그리고 원가 재산정, 인증 확인, 무역보험 검토처럼 담당자와 다음 행동으로 연결하며 PDF로 내려받을 수 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1:05</a:t>
            </a:r>
          </a:p>
          <a:p>
            <a:r>
              <a:t>핵심 메시지: AI는 공공데이터를 대체하지 않고 근거 위에서 판단과 행동을 생성합니다.</a:t>
            </a:r>
          </a:p>
          <a:p>
            <a:r>
              <a:t>삽입할 프로그램 스크린샷: 없음</a:t>
            </a:r>
          </a:p>
          <a:p>
            <a:r>
              <a:t>화면에서 강조할 부분: 사실층-근거층-게이트-AI 출력의 분리</a:t>
            </a:r>
          </a:p>
          <a:p>
            <a:r>
              <a:t>PPT 핵심 문구: 공공데이터가 사실을 만들고 AI가 행동으로 변환</a:t>
            </a:r>
          </a:p>
          <a:p>
            <a:r>
              <a:t>발표 대본:</a:t>
            </a:r>
          </a:p>
          <a:p>
            <a:r>
              <a:t>구조의 핵심은 AI가 출처를 대신하지 않는다는 점입니다. KICOX, KOTRA, K-SURE, 관세청, 안전·전략물자 데이터를 기업·HSK·국가 키로 정규화하고 출처, 조회일, 상태, 근거 ID를 붙입니다. 그 위에서 Gemini와 에이전트가 추천·판단·행동을 생성합니다. 따라서 다른 AI나 ERP, 지원기관 플랫폼도 동일한 근거 API를 호출해 확장할 수 있습니다.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0:55</a:t>
            </a:r>
          </a:p>
          <a:p>
            <a:r>
              <a:t>핵심 메시지: 경쟁력은 데이터·게이트·도메인 규칙이 한 흐름에서 작동하는 구조입니다.</a:t>
            </a:r>
          </a:p>
          <a:p>
            <a:r>
              <a:t>삽입할 프로그램 스크린샷: 없음</a:t>
            </a:r>
          </a:p>
          <a:p>
            <a:r>
              <a:t>화면에서 강조할 부분: 코파일럿 열의 전 과정 유지, 근거 ID, 미확인 게이트</a:t>
            </a:r>
          </a:p>
          <a:p>
            <a:r>
              <a:t>PPT 핵심 문구: 데이터 수가 아니라 근거가 끊기지 않는 구조</a:t>
            </a:r>
          </a:p>
          <a:p>
            <a:r>
              <a:t>발표 대본:</a:t>
            </a:r>
          </a:p>
          <a:p>
            <a:r>
              <a:t>차별점은 API를 많이 붙였다는 데 있지 않습니다. 기업과 품목을 기준으로 10종 공공데이터를 연결하고, 정확 일치부터 HS6, 제품명 순으로 근거 신뢰도를 관리하며, 미확인을 의사결정 게이트로 남기는 구조가 핵심입니다. 이 데이터·게이트 스키마가 일반 포털이나 단순 챗봇과 다른 경쟁력입니다.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예상 발표시간: 0:50</a:t>
            </a:r>
          </a:p>
          <a:p>
            <a:r>
              <a:t>핵심 메시지: 구현된 10종 데이터·5단계 흐름을 실제 기관 파일럿으로 검증할 단계입니다.</a:t>
            </a:r>
          </a:p>
          <a:p>
            <a:r>
              <a:t>삽입할 프로그램 스크린샷: 없음</a:t>
            </a:r>
          </a:p>
          <a:p>
            <a:r>
              <a:t>화면에서 강조할 부분: 10→3→5→1의 구현 요약과 파일럿 제안</a:t>
            </a:r>
          </a:p>
          <a:p>
            <a:r>
              <a:t>PPT 핵심 문구: 수출의 첫 판단을 5분 안에</a:t>
            </a:r>
          </a:p>
          <a:p>
            <a:r>
              <a:t>발표 대본:</a:t>
            </a:r>
          </a:p>
          <a:p>
            <a:r>
              <a:t>AI 산단수출 코파일럿은 10종 공공데이터를 후보국 Top 3, 5단계 검증, 1개의 실행 리포트로 연결합니다. 목표는 수일 걸리던 초기 조사를 5분의 첫 판단으로 바꾸고, 중요한 미확인 조건을 놓치지 않게 하는 것입니다. 이제 실제 산단과 지원기관 파일럿으로 시간 단축과 판단 품질을 검증하겠습니다. 감사합니다.</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MASTER">
    <p:bg>
      <p:bgPr>
        <a:solidFill>
          <a:srgbClr val="FFFFFF"/>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8284012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2.mp4"/><Relationship Id="rId1" Type="http://schemas.microsoft.com/office/2007/relationships/media" Target="../media/media2.mp4"/><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3.mp4"/><Relationship Id="rId1" Type="http://schemas.microsoft.com/office/2007/relationships/media" Target="../media/media3.mp4"/><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1C2C"/>
        </a:solidFill>
        <a:effectLst/>
      </p:bgPr>
    </p:bg>
    <p:spTree>
      <p:nvGrpSpPr>
        <p:cNvPr id="1" name=""/>
        <p:cNvGrpSpPr/>
        <p:nvPr/>
      </p:nvGrpSpPr>
      <p:grpSpPr>
        <a:xfrm>
          <a:off x="0" y="0"/>
          <a:ext cx="0" cy="0"/>
          <a:chOff x="0" y="0"/>
          <a:chExt cx="0" cy="0"/>
        </a:xfrm>
      </p:grpSpPr>
      <p:sp>
        <p:nvSpPr>
          <p:cNvPr id="21" name="직사각형 20">
            <a:extLst>
              <a:ext uri="{FF2B5EF4-FFF2-40B4-BE49-F238E27FC236}">
                <a16:creationId xmlns:a16="http://schemas.microsoft.com/office/drawing/2014/main" id="{4CBB58F9-812F-4143-8968-35BDB25349EE}"/>
              </a:ext>
            </a:extLst>
          </p:cNvPr>
          <p:cNvSpPr>
            <a:spLocks noGrp="1"/>
          </p:cNvSpPr>
          <p:nvPr/>
        </p:nvSpPr>
        <p:spPr>
          <a:xfrm>
            <a:off x="685800" y="723900"/>
            <a:ext cx="57150" cy="5410200"/>
          </a:xfrm>
          <a:prstGeom prst="rect">
            <a:avLst/>
          </a:prstGeom>
          <a:solidFill>
            <a:srgbClr val="00A58A"/>
          </a:solidFill>
          <a:ln w="0">
            <a:solidFill>
              <a:srgbClr val="00A58A"/>
            </a:solidFill>
            <a:prstDash val="solid"/>
          </a:ln>
        </p:spPr>
      </p:sp>
      <p:sp>
        <p:nvSpPr>
          <p:cNvPr id="2" name="직사각형 1">
            <a:extLst>
              <a:ext uri="{FF2B5EF4-FFF2-40B4-BE49-F238E27FC236}">
                <a16:creationId xmlns:a16="http://schemas.microsoft.com/office/drawing/2014/main" id="{BBF6B9BB-9BE9-4789-B717-CEBE27296C8C}"/>
              </a:ext>
            </a:extLst>
          </p:cNvPr>
          <p:cNvSpPr>
            <a:spLocks noGrp="1"/>
          </p:cNvSpPr>
          <p:nvPr/>
        </p:nvSpPr>
        <p:spPr>
          <a:xfrm>
            <a:off x="1028700" y="704850"/>
            <a:ext cx="3714750" cy="247650"/>
          </a:xfrm>
          <a:prstGeom prst="rect">
            <a:avLst/>
          </a:prstGeom>
          <a:noFill/>
          <a:ln w="0">
            <a:noFill/>
            <a:prstDash val="solid"/>
          </a:ln>
        </p:spPr>
        <p:txBody>
          <a:bodyPr lIns="0" tIns="0" rIns="0" bIns="0" anchor="ctr"/>
          <a:lstStyle/>
          <a:p>
            <a:pPr algn="l">
              <a:defRPr sz="975" b="1">
                <a:solidFill>
                  <a:srgbClr val="8FD8CB"/>
                </a:solidFill>
                <a:latin typeface="Noto Sans KR"/>
                <a:ea typeface="Noto Sans KR"/>
                <a:cs typeface="Noto Sans KR"/>
              </a:defRPr>
            </a:pPr>
            <a:r>
              <a:rPr sz="975" b="1">
                <a:solidFill>
                  <a:srgbClr val="8FD8CB"/>
                </a:solidFill>
                <a:latin typeface="Noto Sans KR"/>
                <a:ea typeface="Noto Sans KR"/>
                <a:cs typeface="Noto Sans KR"/>
              </a:rPr>
              <a:t>제품·서비스 개발 부문</a:t>
            </a:r>
          </a:p>
        </p:txBody>
      </p:sp>
      <p:sp>
        <p:nvSpPr>
          <p:cNvPr id="3" name="직사각형 2">
            <a:extLst>
              <a:ext uri="{FF2B5EF4-FFF2-40B4-BE49-F238E27FC236}">
                <a16:creationId xmlns:a16="http://schemas.microsoft.com/office/drawing/2014/main" id="{1162387C-FE28-4787-B2B8-511334C59E00}"/>
              </a:ext>
            </a:extLst>
          </p:cNvPr>
          <p:cNvSpPr>
            <a:spLocks noGrp="1"/>
          </p:cNvSpPr>
          <p:nvPr/>
        </p:nvSpPr>
        <p:spPr>
          <a:xfrm>
            <a:off x="1028700" y="1238250"/>
            <a:ext cx="4857750" cy="1619250"/>
          </a:xfrm>
          <a:prstGeom prst="rect">
            <a:avLst/>
          </a:prstGeom>
          <a:noFill/>
          <a:ln w="0">
            <a:noFill/>
            <a:prstDash val="solid"/>
          </a:ln>
        </p:spPr>
        <p:txBody>
          <a:bodyPr lIns="0" tIns="0" rIns="0" bIns="0" anchor="ctr"/>
          <a:lstStyle/>
          <a:p>
            <a:pPr algn="l">
              <a:defRPr sz="4500" b="1">
                <a:solidFill>
                  <a:srgbClr val="FFFFFF"/>
                </a:solidFill>
                <a:latin typeface="Noto Sans KR"/>
                <a:ea typeface="Noto Sans KR"/>
                <a:cs typeface="Noto Sans KR"/>
              </a:defRPr>
            </a:pPr>
            <a:r>
              <a:rPr sz="4500" b="1">
                <a:solidFill>
                  <a:srgbClr val="FFFFFF"/>
                </a:solidFill>
                <a:latin typeface="Noto Sans KR"/>
                <a:ea typeface="Noto Sans KR"/>
                <a:cs typeface="Noto Sans KR"/>
              </a:rPr>
              <a:t>AI 산단수출</a:t>
            </a:r>
          </a:p>
          <a:p>
            <a:pPr algn="l">
              <a:defRPr sz="4500" b="1">
                <a:solidFill>
                  <a:srgbClr val="FFFFFF"/>
                </a:solidFill>
                <a:latin typeface="Noto Sans KR"/>
                <a:ea typeface="Noto Sans KR"/>
                <a:cs typeface="Noto Sans KR"/>
              </a:defRPr>
            </a:pPr>
            <a:r>
              <a:rPr sz="4500" b="1">
                <a:solidFill>
                  <a:srgbClr val="FFFFFF"/>
                </a:solidFill>
                <a:latin typeface="Noto Sans KR"/>
                <a:ea typeface="Noto Sans KR"/>
                <a:cs typeface="Noto Sans KR"/>
              </a:rPr>
              <a:t>코파일럿</a:t>
            </a:r>
          </a:p>
        </p:txBody>
      </p:sp>
      <p:sp>
        <p:nvSpPr>
          <p:cNvPr id="4" name="직사각형 3">
            <a:extLst>
              <a:ext uri="{FF2B5EF4-FFF2-40B4-BE49-F238E27FC236}">
                <a16:creationId xmlns:a16="http://schemas.microsoft.com/office/drawing/2014/main" id="{8F3DBE0E-FF56-4FF7-9A94-3A0668CDD887}"/>
              </a:ext>
            </a:extLst>
          </p:cNvPr>
          <p:cNvSpPr>
            <a:spLocks noGrp="1"/>
          </p:cNvSpPr>
          <p:nvPr/>
        </p:nvSpPr>
        <p:spPr>
          <a:xfrm>
            <a:off x="1028700" y="3105150"/>
            <a:ext cx="4857750" cy="876300"/>
          </a:xfrm>
          <a:prstGeom prst="rect">
            <a:avLst/>
          </a:prstGeom>
          <a:noFill/>
          <a:ln w="0">
            <a:noFill/>
            <a:prstDash val="solid"/>
          </a:ln>
        </p:spPr>
        <p:txBody>
          <a:bodyPr lIns="0" tIns="0" rIns="0" bIns="0" anchor="ctr"/>
          <a:lstStyle/>
          <a:p>
            <a:pPr algn="l">
              <a:defRPr sz="2100" b="0">
                <a:solidFill>
                  <a:srgbClr val="D7E7ED"/>
                </a:solidFill>
                <a:latin typeface="Noto Sans KR"/>
                <a:ea typeface="Noto Sans KR"/>
                <a:cs typeface="Noto Sans KR"/>
              </a:defRPr>
            </a:pPr>
            <a:r>
              <a:rPr sz="2100" b="0">
                <a:solidFill>
                  <a:srgbClr val="D7E7ED"/>
                </a:solidFill>
                <a:latin typeface="Noto Sans KR"/>
                <a:ea typeface="Noto Sans KR"/>
                <a:cs typeface="Noto Sans KR"/>
              </a:rPr>
              <a:t>흩어진 공공데이터를</a:t>
            </a:r>
          </a:p>
          <a:p>
            <a:pPr algn="l">
              <a:defRPr sz="2100" b="0">
                <a:solidFill>
                  <a:srgbClr val="D7E7ED"/>
                </a:solidFill>
                <a:latin typeface="Noto Sans KR"/>
                <a:ea typeface="Noto Sans KR"/>
                <a:cs typeface="Noto Sans KR"/>
              </a:defRPr>
            </a:pPr>
            <a:r>
              <a:rPr sz="2100" b="0">
                <a:solidFill>
                  <a:srgbClr val="D7E7ED"/>
                </a:solidFill>
                <a:latin typeface="Noto Sans KR"/>
                <a:ea typeface="Noto Sans KR"/>
                <a:cs typeface="Noto Sans KR"/>
              </a:rPr>
              <a:t>5분 수출 의사결정으로</a:t>
            </a:r>
          </a:p>
        </p:txBody>
      </p:sp>
      <p:sp>
        <p:nvSpPr>
          <p:cNvPr id="5" name="사각형: 둥근 모서리 4">
            <a:extLst>
              <a:ext uri="{FF2B5EF4-FFF2-40B4-BE49-F238E27FC236}">
                <a16:creationId xmlns:a16="http://schemas.microsoft.com/office/drawing/2014/main" id="{357EB894-7B16-4979-9544-A65DB343CEA2}"/>
              </a:ext>
            </a:extLst>
          </p:cNvPr>
          <p:cNvSpPr>
            <a:spLocks noGrp="1"/>
          </p:cNvSpPr>
          <p:nvPr/>
        </p:nvSpPr>
        <p:spPr>
          <a:xfrm>
            <a:off x="1028700" y="4343400"/>
            <a:ext cx="2000250" cy="285750"/>
          </a:xfrm>
          <a:prstGeom prst="roundRect">
            <a:avLst>
              <a:gd name="adj" fmla="val 40000"/>
            </a:avLst>
          </a:prstGeom>
          <a:solidFill>
            <a:srgbClr val="00A58A"/>
          </a:solidFill>
          <a:ln w="0">
            <a:solidFill>
              <a:srgbClr val="00A58A"/>
            </a:solidFill>
            <a:prstDash val="solid"/>
          </a:ln>
        </p:spPr>
      </p:sp>
      <p:sp>
        <p:nvSpPr>
          <p:cNvPr id="6" name="직사각형 5">
            <a:extLst>
              <a:ext uri="{FF2B5EF4-FFF2-40B4-BE49-F238E27FC236}">
                <a16:creationId xmlns:a16="http://schemas.microsoft.com/office/drawing/2014/main" id="{71BD7382-EDE7-422F-ACA9-16CFF9A0ADBE}"/>
              </a:ext>
            </a:extLst>
          </p:cNvPr>
          <p:cNvSpPr>
            <a:spLocks noGrp="1"/>
          </p:cNvSpPr>
          <p:nvPr/>
        </p:nvSpPr>
        <p:spPr>
          <a:xfrm>
            <a:off x="1028700" y="4343400"/>
            <a:ext cx="2000250" cy="285750"/>
          </a:xfrm>
          <a:prstGeom prst="rect">
            <a:avLst/>
          </a:prstGeom>
          <a:noFill/>
          <a:ln w="0">
            <a:noFill/>
            <a:prstDash val="solid"/>
          </a:ln>
        </p:spPr>
        <p:txBody>
          <a:bodyPr lIns="0" tIns="0" rIns="0" bIns="0" anchor="ctr"/>
          <a:lstStyle/>
          <a:p>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IMPLEMENTED PROTOTYPE</a:t>
            </a:r>
          </a:p>
        </p:txBody>
      </p:sp>
      <p:sp>
        <p:nvSpPr>
          <p:cNvPr id="7" name="직사각형 6">
            <a:extLst>
              <a:ext uri="{FF2B5EF4-FFF2-40B4-BE49-F238E27FC236}">
                <a16:creationId xmlns:a16="http://schemas.microsoft.com/office/drawing/2014/main" id="{69337290-D929-4FC3-AAD0-BC104D43B580}"/>
              </a:ext>
            </a:extLst>
          </p:cNvPr>
          <p:cNvSpPr>
            <a:spLocks noGrp="1"/>
          </p:cNvSpPr>
          <p:nvPr/>
        </p:nvSpPr>
        <p:spPr>
          <a:xfrm>
            <a:off x="1028700" y="4905375"/>
            <a:ext cx="4857750" cy="247650"/>
          </a:xfrm>
          <a:prstGeom prst="rect">
            <a:avLst/>
          </a:prstGeom>
          <a:noFill/>
          <a:ln w="0">
            <a:noFill/>
            <a:prstDash val="solid"/>
          </a:ln>
        </p:spPr>
        <p:txBody>
          <a:bodyPr lIns="0" tIns="0" rIns="0" bIns="0" anchor="ctr"/>
          <a:lstStyle/>
          <a:p>
            <a:pPr algn="l">
              <a:defRPr sz="1050" b="0">
                <a:solidFill>
                  <a:srgbClr val="AFC4CD"/>
                </a:solidFill>
                <a:latin typeface="Noto Sans KR"/>
                <a:ea typeface="Noto Sans KR"/>
                <a:cs typeface="Noto Sans KR"/>
              </a:defRPr>
            </a:pPr>
            <a:r>
              <a:rPr sz="1050" b="0" dirty="0">
                <a:solidFill>
                  <a:srgbClr val="AFC4CD"/>
                </a:solidFill>
                <a:latin typeface="Noto Sans KR"/>
                <a:ea typeface="Noto Sans KR"/>
                <a:cs typeface="Noto Sans KR"/>
              </a:rPr>
              <a:t>제14회 </a:t>
            </a:r>
            <a:r>
              <a:rPr sz="1050" b="0" dirty="0" err="1">
                <a:solidFill>
                  <a:srgbClr val="AFC4CD"/>
                </a:solidFill>
                <a:latin typeface="Noto Sans KR"/>
                <a:ea typeface="Noto Sans KR"/>
                <a:cs typeface="Noto Sans KR"/>
              </a:rPr>
              <a:t>산업통상부</a:t>
            </a:r>
            <a:r>
              <a:rPr sz="1050" b="0" dirty="0">
                <a:solidFill>
                  <a:srgbClr val="AFC4CD"/>
                </a:solidFill>
                <a:latin typeface="Noto Sans KR"/>
                <a:ea typeface="Noto Sans KR"/>
                <a:cs typeface="Noto Sans KR"/>
              </a:rPr>
              <a:t> </a:t>
            </a:r>
            <a:r>
              <a:rPr sz="1050" b="0" dirty="0" err="1">
                <a:solidFill>
                  <a:srgbClr val="AFC4CD"/>
                </a:solidFill>
                <a:latin typeface="Noto Sans KR"/>
                <a:ea typeface="Noto Sans KR"/>
                <a:cs typeface="Noto Sans KR"/>
              </a:rPr>
              <a:t>공공데이터</a:t>
            </a:r>
            <a:r>
              <a:rPr sz="1050" b="0" dirty="0">
                <a:solidFill>
                  <a:srgbClr val="AFC4CD"/>
                </a:solidFill>
                <a:latin typeface="Noto Sans KR"/>
                <a:ea typeface="Noto Sans KR"/>
                <a:cs typeface="Noto Sans KR"/>
              </a:rPr>
              <a:t> </a:t>
            </a:r>
            <a:r>
              <a:rPr sz="1050" b="0" dirty="0" err="1">
                <a:solidFill>
                  <a:srgbClr val="AFC4CD"/>
                </a:solidFill>
                <a:latin typeface="Noto Sans KR"/>
                <a:ea typeface="Noto Sans KR"/>
                <a:cs typeface="Noto Sans KR"/>
              </a:rPr>
              <a:t>활용</a:t>
            </a:r>
            <a:r>
              <a:rPr sz="1050" b="0" dirty="0">
                <a:solidFill>
                  <a:srgbClr val="AFC4CD"/>
                </a:solidFill>
                <a:latin typeface="Noto Sans KR"/>
                <a:ea typeface="Noto Sans KR"/>
                <a:cs typeface="Noto Sans KR"/>
              </a:rPr>
              <a:t> </a:t>
            </a:r>
            <a:r>
              <a:rPr sz="1050" b="0" dirty="0" err="1">
                <a:solidFill>
                  <a:srgbClr val="AFC4CD"/>
                </a:solidFill>
                <a:latin typeface="Noto Sans KR"/>
                <a:ea typeface="Noto Sans KR"/>
                <a:cs typeface="Noto Sans KR"/>
              </a:rPr>
              <a:t>아이디어</a:t>
            </a:r>
            <a:r>
              <a:rPr sz="1050" b="0" dirty="0">
                <a:solidFill>
                  <a:srgbClr val="AFC4CD"/>
                </a:solidFill>
                <a:latin typeface="Noto Sans KR"/>
                <a:ea typeface="Noto Sans KR"/>
                <a:cs typeface="Noto Sans KR"/>
              </a:rPr>
              <a:t> </a:t>
            </a:r>
            <a:r>
              <a:rPr sz="1050" b="0" dirty="0" err="1">
                <a:solidFill>
                  <a:srgbClr val="AFC4CD"/>
                </a:solidFill>
                <a:latin typeface="Noto Sans KR"/>
                <a:ea typeface="Noto Sans KR"/>
                <a:cs typeface="Noto Sans KR"/>
              </a:rPr>
              <a:t>공모전</a:t>
            </a:r>
            <a:endParaRPr sz="1050" b="0" dirty="0">
              <a:solidFill>
                <a:srgbClr val="AFC4CD"/>
              </a:solidFill>
              <a:latin typeface="Noto Sans KR"/>
              <a:ea typeface="Noto Sans KR"/>
              <a:cs typeface="Noto Sans KR"/>
            </a:endParaRPr>
          </a:p>
        </p:txBody>
      </p:sp>
      <p:sp>
        <p:nvSpPr>
          <p:cNvPr id="8" name="직사각형 7">
            <a:extLst>
              <a:ext uri="{FF2B5EF4-FFF2-40B4-BE49-F238E27FC236}">
                <a16:creationId xmlns:a16="http://schemas.microsoft.com/office/drawing/2014/main" id="{3FB2891A-BA7A-4021-BAC5-306992328E03}"/>
              </a:ext>
            </a:extLst>
          </p:cNvPr>
          <p:cNvSpPr>
            <a:spLocks noGrp="1"/>
          </p:cNvSpPr>
          <p:nvPr/>
        </p:nvSpPr>
        <p:spPr>
          <a:xfrm>
            <a:off x="1028700" y="5391150"/>
            <a:ext cx="2952750" cy="209550"/>
          </a:xfrm>
          <a:prstGeom prst="rect">
            <a:avLst/>
          </a:prstGeom>
          <a:noFill/>
          <a:ln w="0">
            <a:noFill/>
            <a:prstDash val="solid"/>
          </a:ln>
        </p:spPr>
        <p:txBody>
          <a:bodyPr lIns="0" tIns="0" rIns="0" bIns="0" anchor="ctr"/>
          <a:lstStyle/>
          <a:p>
            <a:pPr algn="l">
              <a:defRPr sz="900" b="1">
                <a:solidFill>
                  <a:srgbClr val="8FD8CB"/>
                </a:solidFill>
                <a:latin typeface="Noto Sans KR"/>
                <a:ea typeface="Noto Sans KR"/>
                <a:cs typeface="Noto Sans KR"/>
              </a:defRPr>
            </a:pPr>
            <a:r>
              <a:rPr sz="900" b="1">
                <a:solidFill>
                  <a:srgbClr val="8FD8CB"/>
                </a:solidFill>
                <a:latin typeface="Noto Sans KR"/>
                <a:ea typeface="Noto Sans KR"/>
                <a:cs typeface="Noto Sans KR"/>
              </a:rPr>
              <a:t>2026.07.29  ·  15 MIN</a:t>
            </a:r>
          </a:p>
        </p:txBody>
      </p:sp>
      <p:sp>
        <p:nvSpPr>
          <p:cNvPr id="9" name="사각형: 둥근 모서리 8">
            <a:extLst>
              <a:ext uri="{FF2B5EF4-FFF2-40B4-BE49-F238E27FC236}">
                <a16:creationId xmlns:a16="http://schemas.microsoft.com/office/drawing/2014/main" id="{74A9AC97-8FC3-4402-9674-6BB6E86BC5EB}"/>
              </a:ext>
            </a:extLst>
          </p:cNvPr>
          <p:cNvSpPr>
            <a:spLocks noGrp="1"/>
          </p:cNvSpPr>
          <p:nvPr/>
        </p:nvSpPr>
        <p:spPr>
          <a:xfrm>
            <a:off x="6477000" y="666750"/>
            <a:ext cx="5048250" cy="5486400"/>
          </a:xfrm>
          <a:prstGeom prst="roundRect">
            <a:avLst>
              <a:gd name="adj" fmla="val 2264"/>
            </a:avLst>
          </a:prstGeom>
          <a:solidFill>
            <a:srgbClr val="0D344A"/>
          </a:solidFill>
          <a:ln w="9525">
            <a:solidFill>
              <a:srgbClr val="426170"/>
            </a:solidFill>
            <a:prstDash val="solid"/>
          </a:ln>
        </p:spPr>
      </p:sp>
      <p:sp>
        <p:nvSpPr>
          <p:cNvPr id="10" name="직사각형 9">
            <a:extLst>
              <a:ext uri="{FF2B5EF4-FFF2-40B4-BE49-F238E27FC236}">
                <a16:creationId xmlns:a16="http://schemas.microsoft.com/office/drawing/2014/main" id="{C84A81DD-5E45-4CD8-8D77-E79F43DC2EAB}"/>
              </a:ext>
            </a:extLst>
          </p:cNvPr>
          <p:cNvSpPr>
            <a:spLocks noGrp="1"/>
          </p:cNvSpPr>
          <p:nvPr/>
        </p:nvSpPr>
        <p:spPr>
          <a:xfrm>
            <a:off x="6667500" y="876300"/>
            <a:ext cx="4667250" cy="228600"/>
          </a:xfrm>
          <a:prstGeom prst="rect">
            <a:avLst/>
          </a:prstGeom>
          <a:noFill/>
          <a:ln w="0">
            <a:noFill/>
            <a:prstDash val="solid"/>
          </a:ln>
        </p:spPr>
        <p:txBody>
          <a:bodyPr lIns="0" tIns="0" rIns="0" bIns="0" anchor="ctr"/>
          <a:lstStyle/>
          <a:p>
            <a:pPr algn="l">
              <a:defRPr sz="825" b="1">
                <a:solidFill>
                  <a:srgbClr val="8FD8CB"/>
                </a:solidFill>
                <a:latin typeface="Noto Sans KR"/>
                <a:ea typeface="Noto Sans KR"/>
                <a:cs typeface="Noto Sans KR"/>
              </a:defRPr>
            </a:pPr>
            <a:r>
              <a:rPr sz="825" b="1">
                <a:solidFill>
                  <a:srgbClr val="8FD8CB"/>
                </a:solidFill>
                <a:latin typeface="Noto Sans KR"/>
                <a:ea typeface="Noto Sans KR"/>
                <a:cs typeface="Noto Sans KR"/>
              </a:rPr>
              <a:t>LIVE PRODUCT · 국가 상세 화면</a:t>
            </a:r>
          </a:p>
        </p:txBody>
      </p:sp>
      <p:pic>
        <p:nvPicPr>
          <p:cNvPr id="31" name="그림 30"/>
          <p:cNvPicPr>
            <a:picLocks noChangeAspect="1"/>
          </p:cNvPicPr>
          <p:nvPr/>
        </p:nvPicPr>
        <p:blipFill>
          <a:blip r:embed="rId3"/>
          <a:stretch/>
        </p:blipFill>
        <p:spPr>
          <a:xfrm>
            <a:off x="6667500" y="1483375"/>
            <a:ext cx="4667250" cy="2214850"/>
          </a:xfrm>
          <a:prstGeom prst="roundRect">
            <a:avLst>
              <a:gd name="adj" fmla="val 4110"/>
            </a:avLst>
          </a:prstGeom>
        </p:spPr>
      </p:pic>
      <p:sp>
        <p:nvSpPr>
          <p:cNvPr id="12" name="직사각형 11">
            <a:extLst>
              <a:ext uri="{FF2B5EF4-FFF2-40B4-BE49-F238E27FC236}">
                <a16:creationId xmlns:a16="http://schemas.microsoft.com/office/drawing/2014/main" id="{547E51FB-B5E9-49B4-940C-90166A83A47C}"/>
              </a:ext>
            </a:extLst>
          </p:cNvPr>
          <p:cNvSpPr>
            <a:spLocks noGrp="1"/>
          </p:cNvSpPr>
          <p:nvPr/>
        </p:nvSpPr>
        <p:spPr>
          <a:xfrm>
            <a:off x="6800850" y="4305300"/>
            <a:ext cx="552450" cy="514350"/>
          </a:xfrm>
          <a:prstGeom prst="rect">
            <a:avLst/>
          </a:prstGeom>
          <a:noFill/>
          <a:ln w="0">
            <a:noFill/>
            <a:prstDash val="solid"/>
          </a:ln>
        </p:spPr>
        <p:txBody>
          <a:bodyPr lIns="0" tIns="0" rIns="0" bIns="0" anchor="ctr"/>
          <a:lstStyle/>
          <a:p>
            <a:pPr algn="ctr">
              <a:defRPr sz="2550" b="1">
                <a:solidFill>
                  <a:srgbClr val="FFFFFF"/>
                </a:solidFill>
                <a:latin typeface="Noto Sans KR"/>
                <a:ea typeface="Noto Sans KR"/>
                <a:cs typeface="Noto Sans KR"/>
              </a:defRPr>
            </a:pPr>
            <a:r>
              <a:rPr sz="2550" b="1">
                <a:solidFill>
                  <a:srgbClr val="FFFFFF"/>
                </a:solidFill>
                <a:latin typeface="Noto Sans KR"/>
                <a:ea typeface="Noto Sans KR"/>
                <a:cs typeface="Noto Sans KR"/>
              </a:rPr>
              <a:t>10</a:t>
            </a:r>
          </a:p>
        </p:txBody>
      </p:sp>
      <p:sp>
        <p:nvSpPr>
          <p:cNvPr id="13" name="직사각형 12">
            <a:extLst>
              <a:ext uri="{FF2B5EF4-FFF2-40B4-BE49-F238E27FC236}">
                <a16:creationId xmlns:a16="http://schemas.microsoft.com/office/drawing/2014/main" id="{28284E25-515C-415E-B339-1079EFEEE828}"/>
              </a:ext>
            </a:extLst>
          </p:cNvPr>
          <p:cNvSpPr>
            <a:spLocks noGrp="1"/>
          </p:cNvSpPr>
          <p:nvPr/>
        </p:nvSpPr>
        <p:spPr>
          <a:xfrm>
            <a:off x="7353300" y="4362450"/>
            <a:ext cx="876300" cy="400050"/>
          </a:xfrm>
          <a:prstGeom prst="rect">
            <a:avLst/>
          </a:prstGeom>
          <a:noFill/>
          <a:ln w="0">
            <a:noFill/>
            <a:prstDash val="solid"/>
          </a:ln>
        </p:spPr>
        <p:txBody>
          <a:bodyPr lIns="0" tIns="0" rIns="0" bIns="0" anchor="ctr"/>
          <a:lstStyle/>
          <a:p>
            <a:pPr algn="l">
              <a:defRPr sz="900" b="1">
                <a:solidFill>
                  <a:srgbClr val="AFC4CD"/>
                </a:solidFill>
                <a:latin typeface="Noto Sans KR"/>
                <a:ea typeface="Noto Sans KR"/>
                <a:cs typeface="Noto Sans KR"/>
              </a:defRPr>
            </a:pPr>
            <a:r>
              <a:rPr sz="900" b="1">
                <a:solidFill>
                  <a:srgbClr val="AFC4CD"/>
                </a:solidFill>
                <a:latin typeface="Noto Sans KR"/>
                <a:ea typeface="Noto Sans KR"/>
                <a:cs typeface="Noto Sans KR"/>
              </a:rPr>
              <a:t>공공데이터</a:t>
            </a:r>
          </a:p>
        </p:txBody>
      </p:sp>
      <p:sp>
        <p:nvSpPr>
          <p:cNvPr id="14" name="직사각형 13">
            <a:extLst>
              <a:ext uri="{FF2B5EF4-FFF2-40B4-BE49-F238E27FC236}">
                <a16:creationId xmlns:a16="http://schemas.microsoft.com/office/drawing/2014/main" id="{704DC10A-F78A-43DA-A8BF-2FC540A59FEE}"/>
              </a:ext>
            </a:extLst>
          </p:cNvPr>
          <p:cNvSpPr>
            <a:spLocks noGrp="1"/>
          </p:cNvSpPr>
          <p:nvPr/>
        </p:nvSpPr>
        <p:spPr>
          <a:xfrm>
            <a:off x="8305800" y="4305300"/>
            <a:ext cx="552450" cy="514350"/>
          </a:xfrm>
          <a:prstGeom prst="rect">
            <a:avLst/>
          </a:prstGeom>
          <a:noFill/>
          <a:ln w="0">
            <a:noFill/>
            <a:prstDash val="solid"/>
          </a:ln>
        </p:spPr>
        <p:txBody>
          <a:bodyPr lIns="0" tIns="0" rIns="0" bIns="0" anchor="ctr"/>
          <a:lstStyle/>
          <a:p>
            <a:pPr algn="ctr">
              <a:defRPr sz="2550" b="1">
                <a:solidFill>
                  <a:srgbClr val="FFFFFF"/>
                </a:solidFill>
                <a:latin typeface="Noto Sans KR"/>
                <a:ea typeface="Noto Sans KR"/>
                <a:cs typeface="Noto Sans KR"/>
              </a:defRPr>
            </a:pPr>
            <a:r>
              <a:rPr sz="2550" b="1">
                <a:solidFill>
                  <a:srgbClr val="FFFFFF"/>
                </a:solidFill>
                <a:latin typeface="Noto Sans KR"/>
                <a:ea typeface="Noto Sans KR"/>
                <a:cs typeface="Noto Sans KR"/>
              </a:rPr>
              <a:t>3</a:t>
            </a:r>
          </a:p>
        </p:txBody>
      </p:sp>
      <p:sp>
        <p:nvSpPr>
          <p:cNvPr id="15" name="직사각형 14">
            <a:extLst>
              <a:ext uri="{FF2B5EF4-FFF2-40B4-BE49-F238E27FC236}">
                <a16:creationId xmlns:a16="http://schemas.microsoft.com/office/drawing/2014/main" id="{1D9565A8-57C4-4C5B-956A-C710469DF774}"/>
              </a:ext>
            </a:extLst>
          </p:cNvPr>
          <p:cNvSpPr>
            <a:spLocks noGrp="1"/>
          </p:cNvSpPr>
          <p:nvPr/>
        </p:nvSpPr>
        <p:spPr>
          <a:xfrm>
            <a:off x="8858250" y="4362450"/>
            <a:ext cx="876300" cy="400050"/>
          </a:xfrm>
          <a:prstGeom prst="rect">
            <a:avLst/>
          </a:prstGeom>
          <a:noFill/>
          <a:ln w="0">
            <a:noFill/>
            <a:prstDash val="solid"/>
          </a:ln>
        </p:spPr>
        <p:txBody>
          <a:bodyPr lIns="0" tIns="0" rIns="0" bIns="0" anchor="ctr"/>
          <a:lstStyle/>
          <a:p>
            <a:pPr algn="l">
              <a:defRPr sz="900" b="1">
                <a:solidFill>
                  <a:srgbClr val="AFC4CD"/>
                </a:solidFill>
                <a:latin typeface="Noto Sans KR"/>
                <a:ea typeface="Noto Sans KR"/>
                <a:cs typeface="Noto Sans KR"/>
              </a:defRPr>
            </a:pPr>
            <a:r>
              <a:rPr sz="900" b="1">
                <a:solidFill>
                  <a:srgbClr val="AFC4CD"/>
                </a:solidFill>
                <a:latin typeface="Noto Sans KR"/>
                <a:ea typeface="Noto Sans KR"/>
                <a:cs typeface="Noto Sans KR"/>
              </a:rPr>
              <a:t>후보국</a:t>
            </a:r>
          </a:p>
        </p:txBody>
      </p:sp>
      <p:sp>
        <p:nvSpPr>
          <p:cNvPr id="16" name="직사각형 15">
            <a:extLst>
              <a:ext uri="{FF2B5EF4-FFF2-40B4-BE49-F238E27FC236}">
                <a16:creationId xmlns:a16="http://schemas.microsoft.com/office/drawing/2014/main" id="{21AD1699-2479-44E8-94D1-C369C3184B6F}"/>
              </a:ext>
            </a:extLst>
          </p:cNvPr>
          <p:cNvSpPr>
            <a:spLocks noGrp="1"/>
          </p:cNvSpPr>
          <p:nvPr/>
        </p:nvSpPr>
        <p:spPr>
          <a:xfrm>
            <a:off x="9810750" y="4305300"/>
            <a:ext cx="552450" cy="514350"/>
          </a:xfrm>
          <a:prstGeom prst="rect">
            <a:avLst/>
          </a:prstGeom>
          <a:noFill/>
          <a:ln w="0">
            <a:noFill/>
            <a:prstDash val="solid"/>
          </a:ln>
        </p:spPr>
        <p:txBody>
          <a:bodyPr lIns="0" tIns="0" rIns="0" bIns="0" anchor="ctr"/>
          <a:lstStyle/>
          <a:p>
            <a:pPr algn="ctr">
              <a:defRPr sz="2550" b="1">
                <a:solidFill>
                  <a:srgbClr val="FFFFFF"/>
                </a:solidFill>
                <a:latin typeface="Noto Sans KR"/>
                <a:ea typeface="Noto Sans KR"/>
                <a:cs typeface="Noto Sans KR"/>
              </a:defRPr>
            </a:pPr>
            <a:r>
              <a:rPr sz="2550" b="1">
                <a:solidFill>
                  <a:srgbClr val="FFFFFF"/>
                </a:solidFill>
                <a:latin typeface="Noto Sans KR"/>
                <a:ea typeface="Noto Sans KR"/>
                <a:cs typeface="Noto Sans KR"/>
              </a:rPr>
              <a:t>5</a:t>
            </a:r>
          </a:p>
        </p:txBody>
      </p:sp>
      <p:sp>
        <p:nvSpPr>
          <p:cNvPr id="17" name="직사각형 16">
            <a:extLst>
              <a:ext uri="{FF2B5EF4-FFF2-40B4-BE49-F238E27FC236}">
                <a16:creationId xmlns:a16="http://schemas.microsoft.com/office/drawing/2014/main" id="{8AB726CA-FFEC-432F-8FAA-BCA35340F1E1}"/>
              </a:ext>
            </a:extLst>
          </p:cNvPr>
          <p:cNvSpPr>
            <a:spLocks noGrp="1"/>
          </p:cNvSpPr>
          <p:nvPr/>
        </p:nvSpPr>
        <p:spPr>
          <a:xfrm>
            <a:off x="10363200" y="4362450"/>
            <a:ext cx="876300" cy="400050"/>
          </a:xfrm>
          <a:prstGeom prst="rect">
            <a:avLst/>
          </a:prstGeom>
          <a:noFill/>
          <a:ln w="0">
            <a:noFill/>
            <a:prstDash val="solid"/>
          </a:ln>
        </p:spPr>
        <p:txBody>
          <a:bodyPr lIns="0" tIns="0" rIns="0" bIns="0" anchor="ctr"/>
          <a:lstStyle/>
          <a:p>
            <a:pPr algn="l">
              <a:defRPr sz="900" b="1">
                <a:solidFill>
                  <a:srgbClr val="AFC4CD"/>
                </a:solidFill>
                <a:latin typeface="Noto Sans KR"/>
                <a:ea typeface="Noto Sans KR"/>
                <a:cs typeface="Noto Sans KR"/>
              </a:defRPr>
            </a:pPr>
            <a:r>
              <a:rPr sz="900" b="1">
                <a:solidFill>
                  <a:srgbClr val="AFC4CD"/>
                </a:solidFill>
                <a:latin typeface="Noto Sans KR"/>
                <a:ea typeface="Noto Sans KR"/>
                <a:cs typeface="Noto Sans KR"/>
              </a:rPr>
              <a:t>검증 단계</a:t>
            </a:r>
          </a:p>
        </p:txBody>
      </p:sp>
      <p:sp>
        <p:nvSpPr>
          <p:cNvPr id="18" name="직사각형 17">
            <a:extLst>
              <a:ext uri="{FF2B5EF4-FFF2-40B4-BE49-F238E27FC236}">
                <a16:creationId xmlns:a16="http://schemas.microsoft.com/office/drawing/2014/main" id="{A25F750E-0386-48B3-A252-D8A5A21CBCF5}"/>
              </a:ext>
            </a:extLst>
          </p:cNvPr>
          <p:cNvSpPr>
            <a:spLocks noGrp="1"/>
          </p:cNvSpPr>
          <p:nvPr/>
        </p:nvSpPr>
        <p:spPr>
          <a:xfrm>
            <a:off x="6800850" y="5010150"/>
            <a:ext cx="4400550" cy="285750"/>
          </a:xfrm>
          <a:prstGeom prst="rect">
            <a:avLst/>
          </a:prstGeom>
          <a:noFill/>
          <a:ln w="0">
            <a:noFill/>
            <a:prstDash val="solid"/>
          </a:ln>
        </p:spPr>
        <p:txBody>
          <a:bodyPr lIns="0" tIns="0" rIns="0" bIns="0" anchor="ctr"/>
          <a:lstStyle/>
          <a:p>
            <a:pPr algn="ctr">
              <a:defRPr sz="1050" b="1">
                <a:solidFill>
                  <a:srgbClr val="8FD8CB"/>
                </a:solidFill>
                <a:latin typeface="Noto Sans KR"/>
                <a:ea typeface="Noto Sans KR"/>
                <a:cs typeface="Noto Sans KR"/>
              </a:defRPr>
            </a:pPr>
            <a:r>
              <a:rPr sz="1050" b="1">
                <a:solidFill>
                  <a:srgbClr val="8FD8CB"/>
                </a:solidFill>
                <a:latin typeface="Noto Sans KR"/>
                <a:ea typeface="Noto Sans KR"/>
                <a:cs typeface="Noto Sans KR"/>
              </a:rPr>
              <a:t>조건부 검토  ·  근거 ID  ·  미확인 게이트 공개</a:t>
            </a:r>
          </a:p>
        </p:txBody>
      </p:sp>
      <p:sp>
        <p:nvSpPr>
          <p:cNvPr id="19" name="직사각형 18">
            <a:extLst>
              <a:ext uri="{FF2B5EF4-FFF2-40B4-BE49-F238E27FC236}">
                <a16:creationId xmlns:a16="http://schemas.microsoft.com/office/drawing/2014/main" id="{26FD647D-F327-4F27-861A-C25F6EFFF721}"/>
              </a:ext>
            </a:extLst>
          </p:cNvPr>
          <p:cNvSpPr>
            <a:spLocks noGrp="1"/>
          </p:cNvSpPr>
          <p:nvPr/>
        </p:nvSpPr>
        <p:spPr>
          <a:xfrm>
            <a:off x="6667500" y="5638800"/>
            <a:ext cx="4667250" cy="323850"/>
          </a:xfrm>
          <a:prstGeom prst="rect">
            <a:avLst/>
          </a:prstGeom>
          <a:solidFill>
            <a:srgbClr val="0A2A3D"/>
          </a:solidFill>
          <a:ln w="0">
            <a:solidFill>
              <a:srgbClr val="0A2A3D"/>
            </a:solidFill>
            <a:prstDash val="solid"/>
          </a:ln>
        </p:spPr>
      </p:sp>
      <p:sp>
        <p:nvSpPr>
          <p:cNvPr id="20" name="직사각형 19">
            <a:extLst>
              <a:ext uri="{FF2B5EF4-FFF2-40B4-BE49-F238E27FC236}">
                <a16:creationId xmlns:a16="http://schemas.microsoft.com/office/drawing/2014/main" id="{D5E244A1-73DD-489F-92F1-857974CB8B4F}"/>
              </a:ext>
            </a:extLst>
          </p:cNvPr>
          <p:cNvSpPr>
            <a:spLocks noGrp="1"/>
          </p:cNvSpPr>
          <p:nvPr/>
        </p:nvSpPr>
        <p:spPr>
          <a:xfrm>
            <a:off x="6800850" y="5638800"/>
            <a:ext cx="4381500" cy="323850"/>
          </a:xfrm>
          <a:prstGeom prst="rect">
            <a:avLst/>
          </a:prstGeom>
          <a:noFill/>
          <a:ln w="0">
            <a:noFill/>
            <a:prstDash val="solid"/>
          </a:ln>
        </p:spPr>
        <p:txBody>
          <a:bodyPr lIns="0" tIns="0" rIns="0" bIns="0" anchor="ctr"/>
          <a:lstStyle/>
          <a:p>
            <a:pPr algn="ctr">
              <a:defRPr sz="975" b="1">
                <a:solidFill>
                  <a:srgbClr val="FFFFFF"/>
                </a:solidFill>
                <a:latin typeface="Noto Sans KR"/>
                <a:ea typeface="Noto Sans KR"/>
                <a:cs typeface="Noto Sans KR"/>
              </a:defRPr>
            </a:pPr>
            <a:r>
              <a:rPr sz="975" b="1">
                <a:solidFill>
                  <a:srgbClr val="FFFFFF"/>
                </a:solidFill>
                <a:latin typeface="Noto Sans KR"/>
                <a:ea typeface="Noto Sans KR"/>
                <a:cs typeface="Noto Sans KR"/>
              </a:rPr>
              <a:t>기업 → 품목 → 후보국 → 국가검증 → 실행리포트</a:t>
            </a:r>
          </a:p>
        </p:txBody>
      </p:sp>
    </p:spTree>
    <p:extLst>
      <p:ext uri="{BB962C8B-B14F-4D97-AF65-F5344CB8AC3E}">
        <p14:creationId xmlns:p14="http://schemas.microsoft.com/office/powerpoint/2010/main" val="20912539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 name="직사각형 28">
            <a:extLst>
              <a:ext uri="{FF2B5EF4-FFF2-40B4-BE49-F238E27FC236}">
                <a16:creationId xmlns:a16="http://schemas.microsoft.com/office/drawing/2014/main" id="{48CAA449-2825-47B7-98AE-E7683898FE83}"/>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PROBLEM</a:t>
            </a:r>
          </a:p>
        </p:txBody>
      </p:sp>
      <p:sp>
        <p:nvSpPr>
          <p:cNvPr id="2" name="slide-2-title">
            <a:extLst>
              <a:ext uri="{FF2B5EF4-FFF2-40B4-BE49-F238E27FC236}">
                <a16:creationId xmlns:a16="http://schemas.microsoft.com/office/drawing/2014/main" id="{85419F64-A5FC-4220-936C-574751522103}"/>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550" b="1">
                <a:solidFill>
                  <a:srgbClr val="051C2C"/>
                </a:solidFill>
                <a:latin typeface="Noto Sans KR"/>
                <a:ea typeface="Noto Sans KR"/>
                <a:cs typeface="Noto Sans KR"/>
              </a:defRPr>
            </a:pPr>
            <a:r>
              <a:rPr sz="2550" b="1">
                <a:solidFill>
                  <a:srgbClr val="051C2C"/>
                </a:solidFill>
                <a:latin typeface="Noto Sans KR"/>
                <a:ea typeface="Noto Sans KR"/>
                <a:cs typeface="Noto Sans KR"/>
              </a:rPr>
              <a:t>데이터는 10곳에 있지만 기업이 원하는 결정은 하나입니다</a:t>
            </a:r>
          </a:p>
        </p:txBody>
      </p:sp>
      <p:sp>
        <p:nvSpPr>
          <p:cNvPr id="3" name="직사각형 2">
            <a:extLst>
              <a:ext uri="{FF2B5EF4-FFF2-40B4-BE49-F238E27FC236}">
                <a16:creationId xmlns:a16="http://schemas.microsoft.com/office/drawing/2014/main" id="{5214CE10-AC02-4E00-B1DE-5AF60E48649C}"/>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DDD688EE-0824-4798-BE6A-90927CC9D70B}"/>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4C8E132C-F065-4262-8532-5E6871A9B856}"/>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D7EBD84E-C96C-43CE-9452-C9B3F8C015F7}"/>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프로젝트 명세 및 공공데이터 API 구성</a:t>
            </a:r>
          </a:p>
        </p:txBody>
      </p:sp>
      <p:sp>
        <p:nvSpPr>
          <p:cNvPr id="7" name="직사각형 6">
            <a:extLst>
              <a:ext uri="{FF2B5EF4-FFF2-40B4-BE49-F238E27FC236}">
                <a16:creationId xmlns:a16="http://schemas.microsoft.com/office/drawing/2014/main" id="{54C21EF0-77AC-4FEB-900D-6ACB0786C1A6}"/>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02</a:t>
            </a:r>
          </a:p>
        </p:txBody>
      </p:sp>
      <p:sp>
        <p:nvSpPr>
          <p:cNvPr id="8" name="직사각형 7">
            <a:extLst>
              <a:ext uri="{FF2B5EF4-FFF2-40B4-BE49-F238E27FC236}">
                <a16:creationId xmlns:a16="http://schemas.microsoft.com/office/drawing/2014/main" id="{A2D2985E-4E0A-4D80-9D8F-41DB15304955}"/>
              </a:ext>
            </a:extLst>
          </p:cNvPr>
          <p:cNvSpPr>
            <a:spLocks noGrp="1"/>
          </p:cNvSpPr>
          <p:nvPr/>
        </p:nvSpPr>
        <p:spPr>
          <a:xfrm>
            <a:off x="704850" y="1352550"/>
            <a:ext cx="3143250" cy="2000250"/>
          </a:xfrm>
          <a:prstGeom prst="rect">
            <a:avLst/>
          </a:prstGeom>
          <a:noFill/>
          <a:ln w="0">
            <a:noFill/>
            <a:prstDash val="solid"/>
          </a:ln>
        </p:spPr>
        <p:txBody>
          <a:bodyPr lIns="0" tIns="0" rIns="0" bIns="0" anchor="ctr"/>
          <a:lstStyle/>
          <a:p>
            <a:pPr algn="l">
              <a:defRPr sz="11550" b="1">
                <a:solidFill>
                  <a:srgbClr val="051C2C"/>
                </a:solidFill>
                <a:latin typeface="Noto Sans KR"/>
                <a:ea typeface="Noto Sans KR"/>
                <a:cs typeface="Noto Sans KR"/>
              </a:defRPr>
            </a:pPr>
            <a:r>
              <a:rPr sz="11550" b="1">
                <a:solidFill>
                  <a:srgbClr val="051C2C"/>
                </a:solidFill>
                <a:latin typeface="Noto Sans KR"/>
                <a:ea typeface="Noto Sans KR"/>
                <a:cs typeface="Noto Sans KR"/>
              </a:rPr>
              <a:t>10</a:t>
            </a:r>
          </a:p>
        </p:txBody>
      </p:sp>
      <p:sp>
        <p:nvSpPr>
          <p:cNvPr id="9" name="직사각형 8">
            <a:extLst>
              <a:ext uri="{FF2B5EF4-FFF2-40B4-BE49-F238E27FC236}">
                <a16:creationId xmlns:a16="http://schemas.microsoft.com/office/drawing/2014/main" id="{DAEB629E-7985-4E7A-A162-E24B7370D067}"/>
              </a:ext>
            </a:extLst>
          </p:cNvPr>
          <p:cNvSpPr>
            <a:spLocks noGrp="1"/>
          </p:cNvSpPr>
          <p:nvPr/>
        </p:nvSpPr>
        <p:spPr>
          <a:xfrm>
            <a:off x="819150" y="3219450"/>
            <a:ext cx="2857500" cy="361950"/>
          </a:xfrm>
          <a:prstGeom prst="rect">
            <a:avLst/>
          </a:prstGeom>
          <a:noFill/>
          <a:ln w="0">
            <a:noFill/>
            <a:prstDash val="solid"/>
          </a:ln>
        </p:spPr>
        <p:txBody>
          <a:bodyPr lIns="0" tIns="0" rIns="0" bIns="0" anchor="ctr"/>
          <a:lstStyle/>
          <a:p>
            <a:pPr algn="l">
              <a:defRPr sz="1800" b="1">
                <a:solidFill>
                  <a:srgbClr val="00A58A"/>
                </a:solidFill>
                <a:latin typeface="Noto Sans KR"/>
                <a:ea typeface="Noto Sans KR"/>
                <a:cs typeface="Noto Sans KR"/>
              </a:defRPr>
            </a:pPr>
            <a:r>
              <a:rPr sz="1800" b="1">
                <a:solidFill>
                  <a:srgbClr val="00A58A"/>
                </a:solidFill>
                <a:latin typeface="Noto Sans KR"/>
                <a:ea typeface="Noto Sans KR"/>
                <a:cs typeface="Noto Sans KR"/>
              </a:rPr>
              <a:t>종 공공데이터 API</a:t>
            </a:r>
          </a:p>
        </p:txBody>
      </p:sp>
      <p:sp>
        <p:nvSpPr>
          <p:cNvPr id="10" name="직사각형 9">
            <a:extLst>
              <a:ext uri="{FF2B5EF4-FFF2-40B4-BE49-F238E27FC236}">
                <a16:creationId xmlns:a16="http://schemas.microsoft.com/office/drawing/2014/main" id="{6BB5F326-2F6C-49B9-BA1B-181DE2116A55}"/>
              </a:ext>
            </a:extLst>
          </p:cNvPr>
          <p:cNvSpPr>
            <a:spLocks noGrp="1"/>
          </p:cNvSpPr>
          <p:nvPr/>
        </p:nvSpPr>
        <p:spPr>
          <a:xfrm>
            <a:off x="819150" y="3829050"/>
            <a:ext cx="3276600" cy="1181100"/>
          </a:xfrm>
          <a:prstGeom prst="rect">
            <a:avLst/>
          </a:prstGeom>
          <a:noFill/>
          <a:ln w="0">
            <a:noFill/>
            <a:prstDash val="solid"/>
          </a:ln>
        </p:spPr>
        <p:txBody>
          <a:bodyPr lIns="0" tIns="0" rIns="0" bIns="0" anchor="ctr"/>
          <a:lstStyle/>
          <a:p>
            <a:pPr algn="l">
              <a:defRPr sz="1650" b="0">
                <a:solidFill>
                  <a:srgbClr val="14212B"/>
                </a:solidFill>
                <a:latin typeface="Noto Sans KR"/>
                <a:ea typeface="Noto Sans KR"/>
                <a:cs typeface="Noto Sans KR"/>
              </a:defRPr>
            </a:pPr>
            <a:r>
              <a:rPr sz="1650" b="0">
                <a:solidFill>
                  <a:srgbClr val="14212B"/>
                </a:solidFill>
                <a:latin typeface="Noto Sans KR"/>
                <a:ea typeface="Noto Sans KR"/>
                <a:cs typeface="Noto Sans KR"/>
              </a:rPr>
              <a:t>기관별 정보는 충분하지만</a:t>
            </a:r>
          </a:p>
          <a:p>
            <a:pPr algn="l">
              <a:defRPr sz="1650" b="0">
                <a:solidFill>
                  <a:srgbClr val="14212B"/>
                </a:solidFill>
                <a:latin typeface="Noto Sans KR"/>
                <a:ea typeface="Noto Sans KR"/>
                <a:cs typeface="Noto Sans KR"/>
              </a:defRPr>
            </a:pPr>
            <a:r>
              <a:rPr sz="1650" b="0">
                <a:solidFill>
                  <a:srgbClr val="14212B"/>
                </a:solidFill>
                <a:latin typeface="Noto Sans KR"/>
                <a:ea typeface="Noto Sans KR"/>
                <a:cs typeface="Noto Sans KR"/>
              </a:rPr>
              <a:t>한 기업·한 품목의 Go/No-Go로</a:t>
            </a:r>
          </a:p>
          <a:p>
            <a:pPr algn="l">
              <a:defRPr sz="1650" b="0">
                <a:solidFill>
                  <a:srgbClr val="14212B"/>
                </a:solidFill>
                <a:latin typeface="Noto Sans KR"/>
                <a:ea typeface="Noto Sans KR"/>
                <a:cs typeface="Noto Sans KR"/>
              </a:defRPr>
            </a:pPr>
            <a:r>
              <a:rPr sz="1650" b="0">
                <a:solidFill>
                  <a:srgbClr val="14212B"/>
                </a:solidFill>
                <a:latin typeface="Noto Sans KR"/>
                <a:ea typeface="Noto Sans KR"/>
                <a:cs typeface="Noto Sans KR"/>
              </a:rPr>
              <a:t>이어지지 않습니다.</a:t>
            </a:r>
          </a:p>
        </p:txBody>
      </p:sp>
      <p:sp>
        <p:nvSpPr>
          <p:cNvPr id="11" name="직사각형 10">
            <a:extLst>
              <a:ext uri="{FF2B5EF4-FFF2-40B4-BE49-F238E27FC236}">
                <a16:creationId xmlns:a16="http://schemas.microsoft.com/office/drawing/2014/main" id="{14638C6C-D4C4-4E81-8E7B-8B29535BC615}"/>
              </a:ext>
            </a:extLst>
          </p:cNvPr>
          <p:cNvSpPr>
            <a:spLocks noGrp="1"/>
          </p:cNvSpPr>
          <p:nvPr/>
        </p:nvSpPr>
        <p:spPr>
          <a:xfrm>
            <a:off x="4762500" y="1466850"/>
            <a:ext cx="419100" cy="476250"/>
          </a:xfrm>
          <a:prstGeom prst="rect">
            <a:avLst/>
          </a:prstGeom>
          <a:noFill/>
          <a:ln w="0">
            <a:noFill/>
            <a:prstDash val="solid"/>
          </a:ln>
        </p:spPr>
        <p:txBody>
          <a:bodyPr lIns="0" tIns="0" rIns="0" bIns="0" anchor="ctr"/>
          <a:lstStyle/>
          <a:p>
            <a:pPr algn="ctr">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01</a:t>
            </a:r>
          </a:p>
        </p:txBody>
      </p:sp>
      <p:sp>
        <p:nvSpPr>
          <p:cNvPr id="12" name="직사각형 11">
            <a:extLst>
              <a:ext uri="{FF2B5EF4-FFF2-40B4-BE49-F238E27FC236}">
                <a16:creationId xmlns:a16="http://schemas.microsoft.com/office/drawing/2014/main" id="{D3F114C7-D780-44F8-A976-6D90CFF2E462}"/>
              </a:ext>
            </a:extLst>
          </p:cNvPr>
          <p:cNvSpPr>
            <a:spLocks noGrp="1"/>
          </p:cNvSpPr>
          <p:nvPr/>
        </p:nvSpPr>
        <p:spPr>
          <a:xfrm>
            <a:off x="5334000" y="1466850"/>
            <a:ext cx="2762250" cy="361950"/>
          </a:xfrm>
          <a:prstGeom prst="rect">
            <a:avLst/>
          </a:prstGeom>
          <a:noFill/>
          <a:ln w="0">
            <a:noFill/>
            <a:prstDash val="solid"/>
          </a:ln>
        </p:spPr>
        <p:txBody>
          <a:bodyPr lIns="0" tIns="0" rIns="0" bIns="0" anchor="ctr"/>
          <a:lstStyle/>
          <a:p>
            <a:pPr algn="l">
              <a:defRPr sz="1800" b="1">
                <a:solidFill>
                  <a:srgbClr val="051C2C"/>
                </a:solidFill>
                <a:latin typeface="Noto Sans KR"/>
                <a:ea typeface="Noto Sans KR"/>
                <a:cs typeface="Noto Sans KR"/>
              </a:defRPr>
            </a:pPr>
            <a:r>
              <a:rPr sz="1800" b="1">
                <a:solidFill>
                  <a:srgbClr val="051C2C"/>
                </a:solidFill>
                <a:latin typeface="Noto Sans KR"/>
                <a:ea typeface="Noto Sans KR"/>
                <a:cs typeface="Noto Sans KR"/>
              </a:rPr>
              <a:t>기업·공장</a:t>
            </a:r>
          </a:p>
        </p:txBody>
      </p:sp>
      <p:sp>
        <p:nvSpPr>
          <p:cNvPr id="13" name="직사각형 12">
            <a:extLst>
              <a:ext uri="{FF2B5EF4-FFF2-40B4-BE49-F238E27FC236}">
                <a16:creationId xmlns:a16="http://schemas.microsoft.com/office/drawing/2014/main" id="{AE3F50CF-BF17-41BC-A1AC-CA4098E0040E}"/>
              </a:ext>
            </a:extLst>
          </p:cNvPr>
          <p:cNvSpPr>
            <a:spLocks noGrp="1"/>
          </p:cNvSpPr>
          <p:nvPr/>
        </p:nvSpPr>
        <p:spPr>
          <a:xfrm>
            <a:off x="8362950" y="1466850"/>
            <a:ext cx="2990850" cy="361950"/>
          </a:xfrm>
          <a:prstGeom prst="rect">
            <a:avLst/>
          </a:prstGeom>
          <a:noFill/>
          <a:ln w="0">
            <a:noFill/>
            <a:prstDash val="solid"/>
          </a:ln>
        </p:spPr>
        <p:txBody>
          <a:bodyPr lIns="0" tIns="0" rIns="0" bIns="0" anchor="ctr"/>
          <a:lstStyle/>
          <a:p>
            <a:pPr algn="r">
              <a:defRPr sz="1200" b="0">
                <a:solidFill>
                  <a:srgbClr val="5F6B73"/>
                </a:solidFill>
                <a:latin typeface="Noto Sans KR"/>
                <a:ea typeface="Noto Sans KR"/>
                <a:cs typeface="Noto Sans KR"/>
              </a:defRPr>
            </a:pPr>
            <a:r>
              <a:rPr sz="1200" b="0">
                <a:solidFill>
                  <a:srgbClr val="5F6B73"/>
                </a:solidFill>
                <a:latin typeface="Noto Sans KR"/>
                <a:ea typeface="Noto Sans KR"/>
                <a:cs typeface="Noto Sans KR"/>
              </a:rPr>
              <a:t>한국산업단지공단</a:t>
            </a:r>
          </a:p>
        </p:txBody>
      </p:sp>
      <p:sp>
        <p:nvSpPr>
          <p:cNvPr id="14" name="직사각형 13">
            <a:extLst>
              <a:ext uri="{FF2B5EF4-FFF2-40B4-BE49-F238E27FC236}">
                <a16:creationId xmlns:a16="http://schemas.microsoft.com/office/drawing/2014/main" id="{5EC92F7F-20A1-4E22-8350-BB01D73A3AB2}"/>
              </a:ext>
            </a:extLst>
          </p:cNvPr>
          <p:cNvSpPr>
            <a:spLocks noGrp="1"/>
          </p:cNvSpPr>
          <p:nvPr/>
        </p:nvSpPr>
        <p:spPr>
          <a:xfrm>
            <a:off x="4762500" y="2019300"/>
            <a:ext cx="6591300" cy="9525"/>
          </a:xfrm>
          <a:prstGeom prst="rect">
            <a:avLst/>
          </a:prstGeom>
          <a:solidFill>
            <a:srgbClr val="D7DEE2"/>
          </a:solidFill>
          <a:ln w="0">
            <a:solidFill>
              <a:srgbClr val="D7DEE2"/>
            </a:solidFill>
            <a:prstDash val="solid"/>
          </a:ln>
        </p:spPr>
      </p:sp>
      <p:sp>
        <p:nvSpPr>
          <p:cNvPr id="15" name="직사각형 14">
            <a:extLst>
              <a:ext uri="{FF2B5EF4-FFF2-40B4-BE49-F238E27FC236}">
                <a16:creationId xmlns:a16="http://schemas.microsoft.com/office/drawing/2014/main" id="{EF1A2A05-E08A-45E7-B24E-7B6E096DF62D}"/>
              </a:ext>
            </a:extLst>
          </p:cNvPr>
          <p:cNvSpPr>
            <a:spLocks noGrp="1"/>
          </p:cNvSpPr>
          <p:nvPr/>
        </p:nvSpPr>
        <p:spPr>
          <a:xfrm>
            <a:off x="4762500" y="2362200"/>
            <a:ext cx="419100" cy="476250"/>
          </a:xfrm>
          <a:prstGeom prst="rect">
            <a:avLst/>
          </a:prstGeom>
          <a:noFill/>
          <a:ln w="0">
            <a:noFill/>
            <a:prstDash val="solid"/>
          </a:ln>
        </p:spPr>
        <p:txBody>
          <a:bodyPr lIns="0" tIns="0" rIns="0" bIns="0" anchor="ctr"/>
          <a:lstStyle/>
          <a:p>
            <a:pPr algn="ctr">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02</a:t>
            </a:r>
          </a:p>
        </p:txBody>
      </p:sp>
      <p:sp>
        <p:nvSpPr>
          <p:cNvPr id="16" name="직사각형 15">
            <a:extLst>
              <a:ext uri="{FF2B5EF4-FFF2-40B4-BE49-F238E27FC236}">
                <a16:creationId xmlns:a16="http://schemas.microsoft.com/office/drawing/2014/main" id="{08AD3E2C-0054-49DD-9245-A3CBF4286B06}"/>
              </a:ext>
            </a:extLst>
          </p:cNvPr>
          <p:cNvSpPr>
            <a:spLocks noGrp="1"/>
          </p:cNvSpPr>
          <p:nvPr/>
        </p:nvSpPr>
        <p:spPr>
          <a:xfrm>
            <a:off x="5334000" y="2362200"/>
            <a:ext cx="2762250" cy="361950"/>
          </a:xfrm>
          <a:prstGeom prst="rect">
            <a:avLst/>
          </a:prstGeom>
          <a:noFill/>
          <a:ln w="0">
            <a:noFill/>
            <a:prstDash val="solid"/>
          </a:ln>
        </p:spPr>
        <p:txBody>
          <a:bodyPr lIns="0" tIns="0" rIns="0" bIns="0" anchor="ctr"/>
          <a:lstStyle/>
          <a:p>
            <a:pPr algn="l">
              <a:defRPr sz="1800" b="1">
                <a:solidFill>
                  <a:srgbClr val="051C2C"/>
                </a:solidFill>
                <a:latin typeface="Noto Sans KR"/>
                <a:ea typeface="Noto Sans KR"/>
                <a:cs typeface="Noto Sans KR"/>
              </a:defRPr>
            </a:pPr>
            <a:r>
              <a:rPr lang="ko-KR" altLang="en-US" b="1">
                <a:solidFill>
                  <a:srgbClr val="051C2C"/>
                </a:solidFill>
                <a:latin typeface="Noto Sans KR"/>
                <a:ea typeface="Noto Sans KR"/>
                <a:cs typeface="Noto Sans KR"/>
              </a:rPr>
              <a:t>관세</a:t>
            </a:r>
            <a:r>
              <a:rPr sz="1800" b="1">
                <a:solidFill>
                  <a:srgbClr val="051C2C"/>
                </a:solidFill>
                <a:latin typeface="Noto Sans KR"/>
                <a:ea typeface="Noto Sans KR"/>
                <a:cs typeface="Noto Sans KR"/>
              </a:rPr>
              <a:t>·</a:t>
            </a:r>
            <a:r>
              <a:rPr sz="1800" b="1" dirty="0" err="1">
                <a:solidFill>
                  <a:srgbClr val="051C2C"/>
                </a:solidFill>
                <a:latin typeface="Noto Sans KR"/>
                <a:ea typeface="Noto Sans KR"/>
                <a:cs typeface="Noto Sans KR"/>
              </a:rPr>
              <a:t>인증·규제</a:t>
            </a:r>
            <a:endParaRPr sz="1800" b="1" dirty="0">
              <a:solidFill>
                <a:srgbClr val="051C2C"/>
              </a:solidFill>
              <a:latin typeface="Noto Sans KR"/>
              <a:ea typeface="Noto Sans KR"/>
              <a:cs typeface="Noto Sans KR"/>
            </a:endParaRPr>
          </a:p>
        </p:txBody>
      </p:sp>
      <p:sp>
        <p:nvSpPr>
          <p:cNvPr id="17" name="직사각형 16">
            <a:extLst>
              <a:ext uri="{FF2B5EF4-FFF2-40B4-BE49-F238E27FC236}">
                <a16:creationId xmlns:a16="http://schemas.microsoft.com/office/drawing/2014/main" id="{6396C840-5844-4393-A11F-FFCB8BF36A3E}"/>
              </a:ext>
            </a:extLst>
          </p:cNvPr>
          <p:cNvSpPr>
            <a:spLocks noGrp="1"/>
          </p:cNvSpPr>
          <p:nvPr/>
        </p:nvSpPr>
        <p:spPr>
          <a:xfrm>
            <a:off x="8362950" y="2362200"/>
            <a:ext cx="2990850" cy="361950"/>
          </a:xfrm>
          <a:prstGeom prst="rect">
            <a:avLst/>
          </a:prstGeom>
          <a:noFill/>
          <a:ln w="0">
            <a:noFill/>
            <a:prstDash val="solid"/>
          </a:ln>
        </p:spPr>
        <p:txBody>
          <a:bodyPr lIns="0" tIns="0" rIns="0" bIns="0" anchor="ctr"/>
          <a:lstStyle/>
          <a:p>
            <a:pPr algn="r">
              <a:defRPr sz="1200" b="0">
                <a:solidFill>
                  <a:srgbClr val="5F6B73"/>
                </a:solidFill>
                <a:latin typeface="Noto Sans KR"/>
                <a:ea typeface="Noto Sans KR"/>
                <a:cs typeface="Noto Sans KR"/>
              </a:defRPr>
            </a:pPr>
            <a:r>
              <a:rPr sz="1200" b="0">
                <a:solidFill>
                  <a:srgbClr val="5F6B73"/>
                </a:solidFill>
                <a:latin typeface="Noto Sans KR"/>
                <a:ea typeface="Noto Sans KR"/>
                <a:cs typeface="Noto Sans KR"/>
              </a:rPr>
              <a:t>KOTRA</a:t>
            </a:r>
          </a:p>
        </p:txBody>
      </p:sp>
      <p:sp>
        <p:nvSpPr>
          <p:cNvPr id="18" name="직사각형 17">
            <a:extLst>
              <a:ext uri="{FF2B5EF4-FFF2-40B4-BE49-F238E27FC236}">
                <a16:creationId xmlns:a16="http://schemas.microsoft.com/office/drawing/2014/main" id="{9557EA3F-6A2A-4D66-8C65-7CA3B1FBF943}"/>
              </a:ext>
            </a:extLst>
          </p:cNvPr>
          <p:cNvSpPr>
            <a:spLocks noGrp="1"/>
          </p:cNvSpPr>
          <p:nvPr/>
        </p:nvSpPr>
        <p:spPr>
          <a:xfrm>
            <a:off x="4762500" y="2914650"/>
            <a:ext cx="6591300" cy="9525"/>
          </a:xfrm>
          <a:prstGeom prst="rect">
            <a:avLst/>
          </a:prstGeom>
          <a:solidFill>
            <a:srgbClr val="D7DEE2"/>
          </a:solidFill>
          <a:ln w="0">
            <a:solidFill>
              <a:srgbClr val="D7DEE2"/>
            </a:solidFill>
            <a:prstDash val="solid"/>
          </a:ln>
        </p:spPr>
      </p:sp>
      <p:sp>
        <p:nvSpPr>
          <p:cNvPr id="19" name="직사각형 18">
            <a:extLst>
              <a:ext uri="{FF2B5EF4-FFF2-40B4-BE49-F238E27FC236}">
                <a16:creationId xmlns:a16="http://schemas.microsoft.com/office/drawing/2014/main" id="{F10D1F3A-89B1-4892-8928-077F9A7F7D51}"/>
              </a:ext>
            </a:extLst>
          </p:cNvPr>
          <p:cNvSpPr>
            <a:spLocks noGrp="1"/>
          </p:cNvSpPr>
          <p:nvPr/>
        </p:nvSpPr>
        <p:spPr>
          <a:xfrm>
            <a:off x="4762500" y="3257550"/>
            <a:ext cx="419100" cy="476250"/>
          </a:xfrm>
          <a:prstGeom prst="rect">
            <a:avLst/>
          </a:prstGeom>
          <a:noFill/>
          <a:ln w="0">
            <a:noFill/>
            <a:prstDash val="solid"/>
          </a:ln>
        </p:spPr>
        <p:txBody>
          <a:bodyPr lIns="0" tIns="0" rIns="0" bIns="0" anchor="ctr"/>
          <a:lstStyle/>
          <a:p>
            <a:pPr algn="ctr">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03</a:t>
            </a:r>
          </a:p>
        </p:txBody>
      </p:sp>
      <p:sp>
        <p:nvSpPr>
          <p:cNvPr id="20" name="직사각형 19">
            <a:extLst>
              <a:ext uri="{FF2B5EF4-FFF2-40B4-BE49-F238E27FC236}">
                <a16:creationId xmlns:a16="http://schemas.microsoft.com/office/drawing/2014/main" id="{3CB44931-0887-4014-A6FB-0D36326EA535}"/>
              </a:ext>
            </a:extLst>
          </p:cNvPr>
          <p:cNvSpPr>
            <a:spLocks noGrp="1"/>
          </p:cNvSpPr>
          <p:nvPr/>
        </p:nvSpPr>
        <p:spPr>
          <a:xfrm>
            <a:off x="5334000" y="3257550"/>
            <a:ext cx="2762250" cy="361950"/>
          </a:xfrm>
          <a:prstGeom prst="rect">
            <a:avLst/>
          </a:prstGeom>
          <a:noFill/>
          <a:ln w="0">
            <a:noFill/>
            <a:prstDash val="solid"/>
          </a:ln>
        </p:spPr>
        <p:txBody>
          <a:bodyPr lIns="0" tIns="0" rIns="0" bIns="0" anchor="ctr"/>
          <a:lstStyle/>
          <a:p>
            <a:pPr algn="l">
              <a:defRPr sz="1800" b="1">
                <a:solidFill>
                  <a:srgbClr val="051C2C"/>
                </a:solidFill>
                <a:latin typeface="Noto Sans KR"/>
                <a:ea typeface="Noto Sans KR"/>
                <a:cs typeface="Noto Sans KR"/>
              </a:defRPr>
            </a:pPr>
            <a:r>
              <a:rPr lang="ko-KR" altLang="en-US" sz="1800" b="1" dirty="0">
                <a:solidFill>
                  <a:srgbClr val="051C2C"/>
                </a:solidFill>
                <a:latin typeface="Noto Sans KR"/>
                <a:ea typeface="Noto Sans KR"/>
                <a:cs typeface="Noto Sans KR"/>
              </a:rPr>
              <a:t>국가</a:t>
            </a:r>
            <a:r>
              <a:rPr lang="en-US" altLang="ko-KR" sz="1800" b="1" dirty="0">
                <a:solidFill>
                  <a:srgbClr val="051C2C"/>
                </a:solidFill>
                <a:latin typeface="Noto Sans KR"/>
                <a:ea typeface="Noto Sans KR"/>
                <a:cs typeface="Noto Sans KR"/>
              </a:rPr>
              <a:t>·</a:t>
            </a:r>
            <a:r>
              <a:rPr lang="ko-KR" altLang="en-US" sz="1800" b="1" dirty="0">
                <a:solidFill>
                  <a:srgbClr val="051C2C"/>
                </a:solidFill>
                <a:latin typeface="Noto Sans KR"/>
                <a:ea typeface="Noto Sans KR"/>
                <a:cs typeface="Noto Sans KR"/>
              </a:rPr>
              <a:t>업종</a:t>
            </a:r>
            <a:r>
              <a:rPr sz="1800" b="1" dirty="0">
                <a:solidFill>
                  <a:srgbClr val="051C2C"/>
                </a:solidFill>
                <a:latin typeface="Noto Sans KR"/>
                <a:ea typeface="Noto Sans KR"/>
                <a:cs typeface="Noto Sans KR"/>
              </a:rPr>
              <a:t>·</a:t>
            </a:r>
            <a:r>
              <a:rPr sz="1800" b="1" dirty="0" err="1">
                <a:solidFill>
                  <a:srgbClr val="051C2C"/>
                </a:solidFill>
                <a:latin typeface="Noto Sans KR"/>
                <a:ea typeface="Noto Sans KR"/>
                <a:cs typeface="Noto Sans KR"/>
              </a:rPr>
              <a:t>결제</a:t>
            </a:r>
            <a:endParaRPr sz="1800" b="1" dirty="0">
              <a:solidFill>
                <a:srgbClr val="051C2C"/>
              </a:solidFill>
              <a:latin typeface="Noto Sans KR"/>
              <a:ea typeface="Noto Sans KR"/>
              <a:cs typeface="Noto Sans KR"/>
            </a:endParaRPr>
          </a:p>
        </p:txBody>
      </p:sp>
      <p:sp>
        <p:nvSpPr>
          <p:cNvPr id="21" name="직사각형 20">
            <a:extLst>
              <a:ext uri="{FF2B5EF4-FFF2-40B4-BE49-F238E27FC236}">
                <a16:creationId xmlns:a16="http://schemas.microsoft.com/office/drawing/2014/main" id="{58D77146-C720-4B96-88C0-AD8C8A36F441}"/>
              </a:ext>
            </a:extLst>
          </p:cNvPr>
          <p:cNvSpPr>
            <a:spLocks noGrp="1"/>
          </p:cNvSpPr>
          <p:nvPr/>
        </p:nvSpPr>
        <p:spPr>
          <a:xfrm>
            <a:off x="8362950" y="3257550"/>
            <a:ext cx="2990850" cy="361950"/>
          </a:xfrm>
          <a:prstGeom prst="rect">
            <a:avLst/>
          </a:prstGeom>
          <a:noFill/>
          <a:ln w="0">
            <a:noFill/>
            <a:prstDash val="solid"/>
          </a:ln>
        </p:spPr>
        <p:txBody>
          <a:bodyPr lIns="0" tIns="0" rIns="0" bIns="0" anchor="ctr"/>
          <a:lstStyle/>
          <a:p>
            <a:pPr algn="r">
              <a:defRPr sz="1200" b="0">
                <a:solidFill>
                  <a:srgbClr val="5F6B73"/>
                </a:solidFill>
                <a:latin typeface="Noto Sans KR"/>
                <a:ea typeface="Noto Sans KR"/>
                <a:cs typeface="Noto Sans KR"/>
              </a:defRPr>
            </a:pPr>
            <a:r>
              <a:rPr sz="1200" b="0">
                <a:solidFill>
                  <a:srgbClr val="5F6B73"/>
                </a:solidFill>
                <a:latin typeface="Noto Sans KR"/>
                <a:ea typeface="Noto Sans KR"/>
                <a:cs typeface="Noto Sans KR"/>
              </a:rPr>
              <a:t>K-SURE</a:t>
            </a:r>
          </a:p>
        </p:txBody>
      </p:sp>
      <p:sp>
        <p:nvSpPr>
          <p:cNvPr id="22" name="직사각형 21">
            <a:extLst>
              <a:ext uri="{FF2B5EF4-FFF2-40B4-BE49-F238E27FC236}">
                <a16:creationId xmlns:a16="http://schemas.microsoft.com/office/drawing/2014/main" id="{7F2FD9CA-AA42-44BE-9526-D47D40C502D0}"/>
              </a:ext>
            </a:extLst>
          </p:cNvPr>
          <p:cNvSpPr>
            <a:spLocks noGrp="1"/>
          </p:cNvSpPr>
          <p:nvPr/>
        </p:nvSpPr>
        <p:spPr>
          <a:xfrm>
            <a:off x="4762500" y="3810000"/>
            <a:ext cx="6591300" cy="9525"/>
          </a:xfrm>
          <a:prstGeom prst="rect">
            <a:avLst/>
          </a:prstGeom>
          <a:solidFill>
            <a:srgbClr val="D7DEE2"/>
          </a:solidFill>
          <a:ln w="0">
            <a:solidFill>
              <a:srgbClr val="D7DEE2"/>
            </a:solidFill>
            <a:prstDash val="solid"/>
          </a:ln>
        </p:spPr>
      </p:sp>
      <p:sp>
        <p:nvSpPr>
          <p:cNvPr id="23" name="직사각형 22">
            <a:extLst>
              <a:ext uri="{FF2B5EF4-FFF2-40B4-BE49-F238E27FC236}">
                <a16:creationId xmlns:a16="http://schemas.microsoft.com/office/drawing/2014/main" id="{7B121D50-ABBF-4023-B767-CF37998E6C0A}"/>
              </a:ext>
            </a:extLst>
          </p:cNvPr>
          <p:cNvSpPr>
            <a:spLocks noGrp="1"/>
          </p:cNvSpPr>
          <p:nvPr/>
        </p:nvSpPr>
        <p:spPr>
          <a:xfrm>
            <a:off x="4762500" y="4152900"/>
            <a:ext cx="419100" cy="476250"/>
          </a:xfrm>
          <a:prstGeom prst="rect">
            <a:avLst/>
          </a:prstGeom>
          <a:noFill/>
          <a:ln w="0">
            <a:noFill/>
            <a:prstDash val="solid"/>
          </a:ln>
        </p:spPr>
        <p:txBody>
          <a:bodyPr lIns="0" tIns="0" rIns="0" bIns="0" anchor="ctr"/>
          <a:lstStyle/>
          <a:p>
            <a:pPr algn="ctr">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04</a:t>
            </a:r>
          </a:p>
        </p:txBody>
      </p:sp>
      <p:sp>
        <p:nvSpPr>
          <p:cNvPr id="24" name="직사각형 23">
            <a:extLst>
              <a:ext uri="{FF2B5EF4-FFF2-40B4-BE49-F238E27FC236}">
                <a16:creationId xmlns:a16="http://schemas.microsoft.com/office/drawing/2014/main" id="{F7E2C115-F7E2-4CC1-9719-332DD19BCEAE}"/>
              </a:ext>
            </a:extLst>
          </p:cNvPr>
          <p:cNvSpPr>
            <a:spLocks noGrp="1"/>
          </p:cNvSpPr>
          <p:nvPr/>
        </p:nvSpPr>
        <p:spPr>
          <a:xfrm>
            <a:off x="5334000" y="4152900"/>
            <a:ext cx="2762250" cy="361950"/>
          </a:xfrm>
          <a:prstGeom prst="rect">
            <a:avLst/>
          </a:prstGeom>
          <a:noFill/>
          <a:ln w="0">
            <a:noFill/>
            <a:prstDash val="solid"/>
          </a:ln>
        </p:spPr>
        <p:txBody>
          <a:bodyPr lIns="0" tIns="0" rIns="0" bIns="0" anchor="ctr"/>
          <a:lstStyle/>
          <a:p>
            <a:pPr algn="l">
              <a:defRPr sz="1800" b="1">
                <a:solidFill>
                  <a:srgbClr val="051C2C"/>
                </a:solidFill>
                <a:latin typeface="Noto Sans KR"/>
                <a:ea typeface="Noto Sans KR"/>
                <a:cs typeface="Noto Sans KR"/>
              </a:defRPr>
            </a:pPr>
            <a:r>
              <a:rPr sz="1800" b="1">
                <a:solidFill>
                  <a:srgbClr val="051C2C"/>
                </a:solidFill>
                <a:latin typeface="Noto Sans KR"/>
                <a:ea typeface="Noto Sans KR"/>
                <a:cs typeface="Noto Sans KR"/>
              </a:rPr>
              <a:t>세번·전략물자·안전</a:t>
            </a:r>
          </a:p>
        </p:txBody>
      </p:sp>
      <p:sp>
        <p:nvSpPr>
          <p:cNvPr id="25" name="직사각형 24">
            <a:extLst>
              <a:ext uri="{FF2B5EF4-FFF2-40B4-BE49-F238E27FC236}">
                <a16:creationId xmlns:a16="http://schemas.microsoft.com/office/drawing/2014/main" id="{06CCD0FA-FA81-4612-9368-E55843CCD5D8}"/>
              </a:ext>
            </a:extLst>
          </p:cNvPr>
          <p:cNvSpPr>
            <a:spLocks noGrp="1"/>
          </p:cNvSpPr>
          <p:nvPr/>
        </p:nvSpPr>
        <p:spPr>
          <a:xfrm>
            <a:off x="8362950" y="4152900"/>
            <a:ext cx="2990850" cy="361950"/>
          </a:xfrm>
          <a:prstGeom prst="rect">
            <a:avLst/>
          </a:prstGeom>
          <a:noFill/>
          <a:ln w="0">
            <a:noFill/>
            <a:prstDash val="solid"/>
          </a:ln>
        </p:spPr>
        <p:txBody>
          <a:bodyPr lIns="0" tIns="0" rIns="0" bIns="0" anchor="ctr"/>
          <a:lstStyle/>
          <a:p>
            <a:pPr algn="r">
              <a:defRPr sz="1200" b="0">
                <a:solidFill>
                  <a:srgbClr val="5F6B73"/>
                </a:solidFill>
                <a:latin typeface="Noto Sans KR"/>
                <a:ea typeface="Noto Sans KR"/>
                <a:cs typeface="Noto Sans KR"/>
              </a:defRPr>
            </a:pPr>
            <a:r>
              <a:rPr sz="1200" b="0">
                <a:solidFill>
                  <a:srgbClr val="5F6B73"/>
                </a:solidFill>
                <a:latin typeface="Noto Sans KR"/>
                <a:ea typeface="Noto Sans KR"/>
                <a:cs typeface="Noto Sans KR"/>
              </a:rPr>
              <a:t>관세청·KOSTI·SafetyKorea</a:t>
            </a:r>
          </a:p>
        </p:txBody>
      </p:sp>
      <p:sp>
        <p:nvSpPr>
          <p:cNvPr id="26" name="직사각형 25">
            <a:extLst>
              <a:ext uri="{FF2B5EF4-FFF2-40B4-BE49-F238E27FC236}">
                <a16:creationId xmlns:a16="http://schemas.microsoft.com/office/drawing/2014/main" id="{EAA07AD4-B63F-4A88-A396-3D594D58E301}"/>
              </a:ext>
            </a:extLst>
          </p:cNvPr>
          <p:cNvSpPr>
            <a:spLocks noGrp="1"/>
          </p:cNvSpPr>
          <p:nvPr/>
        </p:nvSpPr>
        <p:spPr>
          <a:xfrm>
            <a:off x="4762500" y="4705350"/>
            <a:ext cx="6591300" cy="9525"/>
          </a:xfrm>
          <a:prstGeom prst="rect">
            <a:avLst/>
          </a:prstGeom>
          <a:solidFill>
            <a:srgbClr val="D7DEE2"/>
          </a:solidFill>
          <a:ln w="0">
            <a:solidFill>
              <a:srgbClr val="D7DEE2"/>
            </a:solidFill>
            <a:prstDash val="solid"/>
          </a:ln>
        </p:spPr>
      </p:sp>
      <p:sp>
        <p:nvSpPr>
          <p:cNvPr id="27" name="사각형: 둥근 모서리 26">
            <a:extLst>
              <a:ext uri="{FF2B5EF4-FFF2-40B4-BE49-F238E27FC236}">
                <a16:creationId xmlns:a16="http://schemas.microsoft.com/office/drawing/2014/main" id="{8AE78EE5-8852-405B-8C90-18808C7DA262}"/>
              </a:ext>
            </a:extLst>
          </p:cNvPr>
          <p:cNvSpPr>
            <a:spLocks noGrp="1"/>
          </p:cNvSpPr>
          <p:nvPr/>
        </p:nvSpPr>
        <p:spPr>
          <a:xfrm>
            <a:off x="4648200" y="5295900"/>
            <a:ext cx="6819900" cy="723900"/>
          </a:xfrm>
          <a:prstGeom prst="roundRect">
            <a:avLst>
              <a:gd name="adj" fmla="val 15789"/>
            </a:avLst>
          </a:prstGeom>
          <a:solidFill>
            <a:srgbClr val="051C2C"/>
          </a:solidFill>
          <a:ln w="0">
            <a:solidFill>
              <a:srgbClr val="051C2C"/>
            </a:solidFill>
            <a:prstDash val="solid"/>
          </a:ln>
        </p:spPr>
      </p:sp>
      <p:sp>
        <p:nvSpPr>
          <p:cNvPr id="28" name="직사각형 27">
            <a:extLst>
              <a:ext uri="{FF2B5EF4-FFF2-40B4-BE49-F238E27FC236}">
                <a16:creationId xmlns:a16="http://schemas.microsoft.com/office/drawing/2014/main" id="{01F68628-E7FE-4782-A3DC-DCAA6AAC0A74}"/>
              </a:ext>
            </a:extLst>
          </p:cNvPr>
          <p:cNvSpPr>
            <a:spLocks noGrp="1"/>
          </p:cNvSpPr>
          <p:nvPr/>
        </p:nvSpPr>
        <p:spPr>
          <a:xfrm>
            <a:off x="4953000" y="5410200"/>
            <a:ext cx="6210300" cy="495300"/>
          </a:xfrm>
          <a:prstGeom prst="rect">
            <a:avLst/>
          </a:prstGeom>
          <a:noFill/>
          <a:ln w="0">
            <a:noFill/>
            <a:prstDash val="solid"/>
          </a:ln>
        </p:spPr>
        <p:txBody>
          <a:bodyPr lIns="0" tIns="0" rIns="0" bIns="0" anchor="ctr"/>
          <a:lstStyle/>
          <a:p>
            <a:pPr algn="ctr">
              <a:defRPr sz="1650" b="1">
                <a:solidFill>
                  <a:srgbClr val="FFFFFF"/>
                </a:solidFill>
                <a:latin typeface="Noto Sans KR"/>
                <a:ea typeface="Noto Sans KR"/>
                <a:cs typeface="Noto Sans KR"/>
              </a:defRPr>
            </a:pPr>
            <a:r>
              <a:rPr sz="1650" b="1">
                <a:solidFill>
                  <a:srgbClr val="FFFFFF"/>
                </a:solidFill>
                <a:latin typeface="Noto Sans KR"/>
                <a:ea typeface="Noto Sans KR"/>
                <a:cs typeface="Noto Sans KR"/>
              </a:rPr>
              <a:t>정보 부족이 아니라, 기업·품목 기준의 판단 흐름이 끊겨 있습니다.</a:t>
            </a:r>
          </a:p>
        </p:txBody>
      </p:sp>
    </p:spTree>
    <p:extLst>
      <p:ext uri="{BB962C8B-B14F-4D97-AF65-F5344CB8AC3E}">
        <p14:creationId xmlns:p14="http://schemas.microsoft.com/office/powerpoint/2010/main" val="11434181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 name="직사각형 59">
            <a:extLst>
              <a:ext uri="{FF2B5EF4-FFF2-40B4-BE49-F238E27FC236}">
                <a16:creationId xmlns:a16="http://schemas.microsoft.com/office/drawing/2014/main" id="{F93A312B-8BE5-4F48-8349-6A01B74A1E6A}"/>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WHY NOW</a:t>
            </a:r>
          </a:p>
        </p:txBody>
      </p:sp>
      <p:sp>
        <p:nvSpPr>
          <p:cNvPr id="2" name="slide-3-title">
            <a:extLst>
              <a:ext uri="{FF2B5EF4-FFF2-40B4-BE49-F238E27FC236}">
                <a16:creationId xmlns:a16="http://schemas.microsoft.com/office/drawing/2014/main" id="{32E03EEB-2BBB-4366-8FCA-530039882179}"/>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550" b="1">
                <a:solidFill>
                  <a:srgbClr val="051C2C"/>
                </a:solidFill>
                <a:latin typeface="Noto Sans KR"/>
                <a:ea typeface="Noto Sans KR"/>
                <a:cs typeface="Noto Sans KR"/>
              </a:defRPr>
            </a:pPr>
            <a:r>
              <a:rPr sz="2550" b="1">
                <a:solidFill>
                  <a:srgbClr val="051C2C"/>
                </a:solidFill>
                <a:latin typeface="Noto Sans KR"/>
                <a:ea typeface="Noto Sans KR"/>
                <a:cs typeface="Noto Sans KR"/>
              </a:rPr>
              <a:t>기존 대안은 정확성·속도·실행성 중 하나에서 멈춥니다</a:t>
            </a:r>
          </a:p>
        </p:txBody>
      </p:sp>
      <p:sp>
        <p:nvSpPr>
          <p:cNvPr id="3" name="직사각형 2">
            <a:extLst>
              <a:ext uri="{FF2B5EF4-FFF2-40B4-BE49-F238E27FC236}">
                <a16:creationId xmlns:a16="http://schemas.microsoft.com/office/drawing/2014/main" id="{2D5B4728-0241-4086-9D97-472199806667}"/>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A50F581A-67CE-41CB-BEC5-A9FA5F741ADA}"/>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0F93DF37-BD2D-4CB4-8F61-97EFEF6063CC}"/>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ED439C95-AD71-4226-889A-E3DEAD4CA8D0}"/>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대표 대안 유형의 업무 적합성 정성 비교</a:t>
            </a:r>
          </a:p>
        </p:txBody>
      </p:sp>
      <p:sp>
        <p:nvSpPr>
          <p:cNvPr id="7" name="직사각형 6">
            <a:extLst>
              <a:ext uri="{FF2B5EF4-FFF2-40B4-BE49-F238E27FC236}">
                <a16:creationId xmlns:a16="http://schemas.microsoft.com/office/drawing/2014/main" id="{C424C98B-57FF-4530-9DC9-97361412AE2B}"/>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03</a:t>
            </a:r>
          </a:p>
        </p:txBody>
      </p:sp>
      <p:sp>
        <p:nvSpPr>
          <p:cNvPr id="8" name="직사각형 7">
            <a:extLst>
              <a:ext uri="{FF2B5EF4-FFF2-40B4-BE49-F238E27FC236}">
                <a16:creationId xmlns:a16="http://schemas.microsoft.com/office/drawing/2014/main" id="{93820CD3-8298-4718-96E3-2314FE601A28}"/>
              </a:ext>
            </a:extLst>
          </p:cNvPr>
          <p:cNvSpPr>
            <a:spLocks noGrp="1"/>
          </p:cNvSpPr>
          <p:nvPr/>
        </p:nvSpPr>
        <p:spPr>
          <a:xfrm>
            <a:off x="609600" y="1428750"/>
            <a:ext cx="2743200" cy="533400"/>
          </a:xfrm>
          <a:prstGeom prst="rect">
            <a:avLst/>
          </a:prstGeom>
          <a:solidFill>
            <a:srgbClr val="F3F6F7"/>
          </a:solidFill>
          <a:ln w="9525">
            <a:solidFill>
              <a:srgbClr val="D7DEE2"/>
            </a:solidFill>
            <a:prstDash val="solid"/>
          </a:ln>
        </p:spPr>
      </p:sp>
      <p:sp>
        <p:nvSpPr>
          <p:cNvPr id="9" name="직사각형 8">
            <a:extLst>
              <a:ext uri="{FF2B5EF4-FFF2-40B4-BE49-F238E27FC236}">
                <a16:creationId xmlns:a16="http://schemas.microsoft.com/office/drawing/2014/main" id="{049A32AF-D44E-46CE-8F79-FF7492083117}"/>
              </a:ext>
            </a:extLst>
          </p:cNvPr>
          <p:cNvSpPr>
            <a:spLocks noGrp="1"/>
          </p:cNvSpPr>
          <p:nvPr/>
        </p:nvSpPr>
        <p:spPr>
          <a:xfrm>
            <a:off x="685800" y="1428750"/>
            <a:ext cx="2590800" cy="53340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비교 기준</a:t>
            </a:r>
          </a:p>
        </p:txBody>
      </p:sp>
      <p:sp>
        <p:nvSpPr>
          <p:cNvPr id="10" name="직사각형 9">
            <a:extLst>
              <a:ext uri="{FF2B5EF4-FFF2-40B4-BE49-F238E27FC236}">
                <a16:creationId xmlns:a16="http://schemas.microsoft.com/office/drawing/2014/main" id="{6149F7D2-5ADF-49AF-A392-3E7A2AE9A5A1}"/>
              </a:ext>
            </a:extLst>
          </p:cNvPr>
          <p:cNvSpPr>
            <a:spLocks noGrp="1"/>
          </p:cNvSpPr>
          <p:nvPr/>
        </p:nvSpPr>
        <p:spPr>
          <a:xfrm>
            <a:off x="3352800" y="1428750"/>
            <a:ext cx="2743200" cy="533400"/>
          </a:xfrm>
          <a:prstGeom prst="rect">
            <a:avLst/>
          </a:prstGeom>
          <a:solidFill>
            <a:srgbClr val="F3F6F7"/>
          </a:solidFill>
          <a:ln w="9525">
            <a:solidFill>
              <a:srgbClr val="D7DEE2"/>
            </a:solidFill>
            <a:prstDash val="solid"/>
          </a:ln>
        </p:spPr>
        <p:txBody>
          <a:bodyPr/>
          <a:lstStyle/>
          <a:p>
            <a:endParaRPr lang="ko-KR" altLang="en-US" dirty="0"/>
          </a:p>
        </p:txBody>
      </p:sp>
      <p:sp>
        <p:nvSpPr>
          <p:cNvPr id="11" name="직사각형 10">
            <a:extLst>
              <a:ext uri="{FF2B5EF4-FFF2-40B4-BE49-F238E27FC236}">
                <a16:creationId xmlns:a16="http://schemas.microsoft.com/office/drawing/2014/main" id="{BFA6F765-2D99-4A17-B296-D188AE903FCB}"/>
              </a:ext>
            </a:extLst>
          </p:cNvPr>
          <p:cNvSpPr>
            <a:spLocks noGrp="1"/>
          </p:cNvSpPr>
          <p:nvPr/>
        </p:nvSpPr>
        <p:spPr>
          <a:xfrm>
            <a:off x="3429000" y="1428750"/>
            <a:ext cx="2590800" cy="533400"/>
          </a:xfrm>
          <a:prstGeom prst="rect">
            <a:avLst/>
          </a:prstGeom>
          <a:noFill/>
          <a:ln w="0">
            <a:noFill/>
            <a:prstDash val="solid"/>
          </a:ln>
        </p:spPr>
        <p:txBody>
          <a:bodyPr lIns="0" tIns="0" rIns="0" bIns="0" anchor="ctr"/>
          <a:lstStyle/>
          <a:p>
            <a:pPr algn="ctr">
              <a:defRPr sz="1200" b="1">
                <a:solidFill>
                  <a:srgbClr val="051C2C"/>
                </a:solidFill>
                <a:latin typeface="Noto Sans KR"/>
                <a:ea typeface="Noto Sans KR"/>
                <a:cs typeface="Noto Sans KR"/>
              </a:defRPr>
            </a:pPr>
            <a:r>
              <a:rPr sz="1200" b="1" dirty="0" err="1">
                <a:solidFill>
                  <a:srgbClr val="051C2C"/>
                </a:solidFill>
                <a:latin typeface="Noto Sans KR"/>
                <a:ea typeface="Noto Sans KR"/>
                <a:cs typeface="Noto Sans KR"/>
              </a:rPr>
              <a:t>정보</a:t>
            </a:r>
            <a:r>
              <a:rPr sz="1200" b="1" dirty="0">
                <a:solidFill>
                  <a:srgbClr val="051C2C"/>
                </a:solidFill>
                <a:latin typeface="Noto Sans KR"/>
                <a:ea typeface="Noto Sans KR"/>
                <a:cs typeface="Noto Sans KR"/>
              </a:rPr>
              <a:t> </a:t>
            </a:r>
            <a:r>
              <a:rPr sz="1200" b="1" dirty="0" err="1">
                <a:solidFill>
                  <a:srgbClr val="051C2C"/>
                </a:solidFill>
                <a:latin typeface="Noto Sans KR"/>
                <a:ea typeface="Noto Sans KR"/>
                <a:cs typeface="Noto Sans KR"/>
              </a:rPr>
              <a:t>포털</a:t>
            </a:r>
            <a:r>
              <a:rPr lang="en-US" sz="1200" b="1" dirty="0">
                <a:solidFill>
                  <a:srgbClr val="051C2C"/>
                </a:solidFill>
                <a:latin typeface="Noto Sans KR"/>
                <a:ea typeface="Noto Sans KR"/>
                <a:cs typeface="Noto Sans KR"/>
              </a:rPr>
              <a:t>(</a:t>
            </a:r>
            <a:r>
              <a:rPr lang="ko-KR" altLang="en-US" sz="1200" b="1" dirty="0">
                <a:solidFill>
                  <a:srgbClr val="051C2C"/>
                </a:solidFill>
                <a:latin typeface="Noto Sans KR"/>
                <a:ea typeface="Noto Sans KR"/>
                <a:cs typeface="Noto Sans KR"/>
              </a:rPr>
              <a:t>공공데이터</a:t>
            </a:r>
            <a:r>
              <a:rPr lang="en-US" altLang="ko-KR" sz="1200" b="1" dirty="0">
                <a:solidFill>
                  <a:srgbClr val="051C2C"/>
                </a:solidFill>
                <a:latin typeface="Noto Sans KR"/>
                <a:ea typeface="Noto Sans KR"/>
                <a:cs typeface="Noto Sans KR"/>
              </a:rPr>
              <a:t>)</a:t>
            </a:r>
            <a:endParaRPr sz="1200" b="1" dirty="0">
              <a:solidFill>
                <a:srgbClr val="051C2C"/>
              </a:solidFill>
              <a:latin typeface="Noto Sans KR"/>
              <a:ea typeface="Noto Sans KR"/>
              <a:cs typeface="Noto Sans KR"/>
            </a:endParaRPr>
          </a:p>
        </p:txBody>
      </p:sp>
      <p:sp>
        <p:nvSpPr>
          <p:cNvPr id="12" name="직사각형 11">
            <a:extLst>
              <a:ext uri="{FF2B5EF4-FFF2-40B4-BE49-F238E27FC236}">
                <a16:creationId xmlns:a16="http://schemas.microsoft.com/office/drawing/2014/main" id="{AC57AD7C-9B1E-4BC3-91BE-DE430C14063D}"/>
              </a:ext>
            </a:extLst>
          </p:cNvPr>
          <p:cNvSpPr>
            <a:spLocks noGrp="1"/>
          </p:cNvSpPr>
          <p:nvPr/>
        </p:nvSpPr>
        <p:spPr>
          <a:xfrm>
            <a:off x="6096000" y="1428750"/>
            <a:ext cx="2743200" cy="533400"/>
          </a:xfrm>
          <a:prstGeom prst="rect">
            <a:avLst/>
          </a:prstGeom>
          <a:solidFill>
            <a:srgbClr val="F3F6F7"/>
          </a:solidFill>
          <a:ln w="9525">
            <a:solidFill>
              <a:srgbClr val="D7DEE2"/>
            </a:solidFill>
            <a:prstDash val="solid"/>
          </a:ln>
        </p:spPr>
      </p:sp>
      <p:sp>
        <p:nvSpPr>
          <p:cNvPr id="13" name="직사각형 12">
            <a:extLst>
              <a:ext uri="{FF2B5EF4-FFF2-40B4-BE49-F238E27FC236}">
                <a16:creationId xmlns:a16="http://schemas.microsoft.com/office/drawing/2014/main" id="{84EBCE1C-F793-4487-92DE-97B96FCC7995}"/>
              </a:ext>
            </a:extLst>
          </p:cNvPr>
          <p:cNvSpPr>
            <a:spLocks noGrp="1"/>
          </p:cNvSpPr>
          <p:nvPr/>
        </p:nvSpPr>
        <p:spPr>
          <a:xfrm>
            <a:off x="6172200" y="1428750"/>
            <a:ext cx="2590800" cy="533400"/>
          </a:xfrm>
          <a:prstGeom prst="rect">
            <a:avLst/>
          </a:prstGeom>
          <a:noFill/>
          <a:ln w="0">
            <a:noFill/>
            <a:prstDash val="solid"/>
          </a:ln>
        </p:spPr>
        <p:txBody>
          <a:bodyPr lIns="0" tIns="0" rIns="0" bIns="0" anchor="ctr"/>
          <a:lstStyle/>
          <a:p>
            <a:pPr algn="ctr">
              <a:defRPr sz="1200" b="1">
                <a:solidFill>
                  <a:srgbClr val="051C2C"/>
                </a:solidFill>
                <a:latin typeface="Noto Sans KR"/>
                <a:ea typeface="Noto Sans KR"/>
                <a:cs typeface="Noto Sans KR"/>
              </a:defRPr>
            </a:pPr>
            <a:r>
              <a:rPr sz="1200" b="1">
                <a:solidFill>
                  <a:srgbClr val="051C2C"/>
                </a:solidFill>
                <a:latin typeface="Noto Sans KR"/>
                <a:ea typeface="Noto Sans KR"/>
                <a:cs typeface="Noto Sans KR"/>
              </a:rPr>
              <a:t>일반 생성형 AI</a:t>
            </a:r>
          </a:p>
        </p:txBody>
      </p:sp>
      <p:sp>
        <p:nvSpPr>
          <p:cNvPr id="14" name="직사각형 13">
            <a:extLst>
              <a:ext uri="{FF2B5EF4-FFF2-40B4-BE49-F238E27FC236}">
                <a16:creationId xmlns:a16="http://schemas.microsoft.com/office/drawing/2014/main" id="{581F034C-2C04-4567-8806-7DE81508FA72}"/>
              </a:ext>
            </a:extLst>
          </p:cNvPr>
          <p:cNvSpPr>
            <a:spLocks noGrp="1"/>
          </p:cNvSpPr>
          <p:nvPr/>
        </p:nvSpPr>
        <p:spPr>
          <a:xfrm>
            <a:off x="8839200" y="1428750"/>
            <a:ext cx="2743200" cy="533400"/>
          </a:xfrm>
          <a:prstGeom prst="rect">
            <a:avLst/>
          </a:prstGeom>
          <a:solidFill>
            <a:srgbClr val="051C2C"/>
          </a:solidFill>
          <a:ln w="9525">
            <a:solidFill>
              <a:srgbClr val="051C2C"/>
            </a:solidFill>
            <a:prstDash val="solid"/>
          </a:ln>
        </p:spPr>
      </p:sp>
      <p:sp>
        <p:nvSpPr>
          <p:cNvPr id="15" name="직사각형 14">
            <a:extLst>
              <a:ext uri="{FF2B5EF4-FFF2-40B4-BE49-F238E27FC236}">
                <a16:creationId xmlns:a16="http://schemas.microsoft.com/office/drawing/2014/main" id="{95F07AD3-F3DB-428C-B160-7A684727F8C7}"/>
              </a:ext>
            </a:extLst>
          </p:cNvPr>
          <p:cNvSpPr>
            <a:spLocks noGrp="1"/>
          </p:cNvSpPr>
          <p:nvPr/>
        </p:nvSpPr>
        <p:spPr>
          <a:xfrm>
            <a:off x="8915400" y="1428750"/>
            <a:ext cx="2590800" cy="533400"/>
          </a:xfrm>
          <a:prstGeom prst="rect">
            <a:avLst/>
          </a:prstGeom>
          <a:noFill/>
          <a:ln w="0">
            <a:noFill/>
            <a:prstDash val="solid"/>
          </a:ln>
        </p:spPr>
        <p:txBody>
          <a:bodyPr lIns="0" tIns="0" rIns="0" bIns="0" anchor="ctr"/>
          <a:lstStyle/>
          <a:p>
            <a:pPr algn="ctr">
              <a:defRPr sz="1200" b="1">
                <a:solidFill>
                  <a:srgbClr val="FFFFFF"/>
                </a:solidFill>
                <a:latin typeface="Noto Sans KR"/>
                <a:ea typeface="Noto Sans KR"/>
                <a:cs typeface="Noto Sans KR"/>
              </a:defRPr>
            </a:pPr>
            <a:r>
              <a:rPr sz="1200" b="1">
                <a:solidFill>
                  <a:srgbClr val="FFFFFF"/>
                </a:solidFill>
                <a:latin typeface="Noto Sans KR"/>
                <a:ea typeface="Noto Sans KR"/>
                <a:cs typeface="Noto Sans KR"/>
              </a:rPr>
              <a:t>산단수출 코파일럿</a:t>
            </a:r>
          </a:p>
        </p:txBody>
      </p:sp>
      <p:sp>
        <p:nvSpPr>
          <p:cNvPr id="16" name="직사각형 15">
            <a:extLst>
              <a:ext uri="{FF2B5EF4-FFF2-40B4-BE49-F238E27FC236}">
                <a16:creationId xmlns:a16="http://schemas.microsoft.com/office/drawing/2014/main" id="{A90F057D-8C30-4366-BD73-ADD35D0C09BB}"/>
              </a:ext>
            </a:extLst>
          </p:cNvPr>
          <p:cNvSpPr>
            <a:spLocks noGrp="1"/>
          </p:cNvSpPr>
          <p:nvPr/>
        </p:nvSpPr>
        <p:spPr>
          <a:xfrm>
            <a:off x="609600" y="1962150"/>
            <a:ext cx="2743200" cy="685800"/>
          </a:xfrm>
          <a:prstGeom prst="rect">
            <a:avLst/>
          </a:prstGeom>
          <a:solidFill>
            <a:srgbClr val="FFFFFF"/>
          </a:solidFill>
          <a:ln w="9525">
            <a:solidFill>
              <a:srgbClr val="D7DEE2"/>
            </a:solidFill>
            <a:prstDash val="solid"/>
          </a:ln>
        </p:spPr>
      </p:sp>
      <p:sp>
        <p:nvSpPr>
          <p:cNvPr id="17" name="직사각형 16">
            <a:extLst>
              <a:ext uri="{FF2B5EF4-FFF2-40B4-BE49-F238E27FC236}">
                <a16:creationId xmlns:a16="http://schemas.microsoft.com/office/drawing/2014/main" id="{CA354D18-2E3B-4CDC-B185-E041AEE9CF4B}"/>
              </a:ext>
            </a:extLst>
          </p:cNvPr>
          <p:cNvSpPr>
            <a:spLocks noGrp="1"/>
          </p:cNvSpPr>
          <p:nvPr/>
        </p:nvSpPr>
        <p:spPr>
          <a:xfrm>
            <a:off x="704850" y="1962150"/>
            <a:ext cx="2552700" cy="685800"/>
          </a:xfrm>
          <a:prstGeom prst="rect">
            <a:avLst/>
          </a:prstGeom>
          <a:noFill/>
          <a:ln w="0">
            <a:noFill/>
            <a:prstDash val="solid"/>
          </a:ln>
        </p:spPr>
        <p:txBody>
          <a:bodyPr lIns="0" tIns="0" rIns="0" bIns="0" anchor="ctr"/>
          <a:lstStyle/>
          <a:p>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정확한 공식 근거</a:t>
            </a:r>
          </a:p>
        </p:txBody>
      </p:sp>
      <p:sp>
        <p:nvSpPr>
          <p:cNvPr id="18" name="직사각형 17">
            <a:extLst>
              <a:ext uri="{FF2B5EF4-FFF2-40B4-BE49-F238E27FC236}">
                <a16:creationId xmlns:a16="http://schemas.microsoft.com/office/drawing/2014/main" id="{023AB44D-B736-4152-8D99-9521D6B94F0A}"/>
              </a:ext>
            </a:extLst>
          </p:cNvPr>
          <p:cNvSpPr>
            <a:spLocks noGrp="1"/>
          </p:cNvSpPr>
          <p:nvPr/>
        </p:nvSpPr>
        <p:spPr>
          <a:xfrm>
            <a:off x="3352800" y="1962150"/>
            <a:ext cx="2743200" cy="685800"/>
          </a:xfrm>
          <a:prstGeom prst="rect">
            <a:avLst/>
          </a:prstGeom>
          <a:solidFill>
            <a:srgbClr val="FFFFFF"/>
          </a:solidFill>
          <a:ln w="9525">
            <a:solidFill>
              <a:srgbClr val="D7DEE2"/>
            </a:solidFill>
            <a:prstDash val="solid"/>
          </a:ln>
        </p:spPr>
      </p:sp>
      <p:sp>
        <p:nvSpPr>
          <p:cNvPr id="19" name="직사각형 18">
            <a:extLst>
              <a:ext uri="{FF2B5EF4-FFF2-40B4-BE49-F238E27FC236}">
                <a16:creationId xmlns:a16="http://schemas.microsoft.com/office/drawing/2014/main" id="{C00FB101-F3B8-4624-B3E9-B06FF821CC5B}"/>
              </a:ext>
            </a:extLst>
          </p:cNvPr>
          <p:cNvSpPr>
            <a:spLocks noGrp="1"/>
          </p:cNvSpPr>
          <p:nvPr/>
        </p:nvSpPr>
        <p:spPr>
          <a:xfrm>
            <a:off x="3448050" y="1962150"/>
            <a:ext cx="2552700" cy="685800"/>
          </a:xfrm>
          <a:prstGeom prst="rect">
            <a:avLst/>
          </a:prstGeom>
          <a:noFill/>
          <a:ln w="0">
            <a:noFill/>
            <a:prstDash val="solid"/>
          </a:ln>
        </p:spPr>
        <p:txBody>
          <a:bodyPr lIns="0" tIns="0" rIns="0" bIns="0" anchor="ctr"/>
          <a:lstStyle/>
          <a:p>
            <a:pPr algn="ctr">
              <a:defRPr sz="1950" b="0">
                <a:solidFill>
                  <a:srgbClr val="007A53"/>
                </a:solidFill>
                <a:latin typeface="Noto Sans KR"/>
                <a:ea typeface="Noto Sans KR"/>
                <a:cs typeface="Noto Sans KR"/>
              </a:defRPr>
            </a:pPr>
            <a:r>
              <a:rPr sz="1950" b="0">
                <a:solidFill>
                  <a:srgbClr val="007A53"/>
                </a:solidFill>
                <a:latin typeface="Noto Sans KR"/>
                <a:ea typeface="Noto Sans KR"/>
                <a:cs typeface="Noto Sans KR"/>
              </a:rPr>
              <a:t>●</a:t>
            </a:r>
          </a:p>
        </p:txBody>
      </p:sp>
      <p:sp>
        <p:nvSpPr>
          <p:cNvPr id="20" name="직사각형 19">
            <a:extLst>
              <a:ext uri="{FF2B5EF4-FFF2-40B4-BE49-F238E27FC236}">
                <a16:creationId xmlns:a16="http://schemas.microsoft.com/office/drawing/2014/main" id="{0159F676-2005-4EAF-AFE0-4AB7F3612381}"/>
              </a:ext>
            </a:extLst>
          </p:cNvPr>
          <p:cNvSpPr>
            <a:spLocks noGrp="1"/>
          </p:cNvSpPr>
          <p:nvPr/>
        </p:nvSpPr>
        <p:spPr>
          <a:xfrm>
            <a:off x="6096000" y="1962150"/>
            <a:ext cx="2743200" cy="685800"/>
          </a:xfrm>
          <a:prstGeom prst="rect">
            <a:avLst/>
          </a:prstGeom>
          <a:solidFill>
            <a:srgbClr val="FFFFFF"/>
          </a:solidFill>
          <a:ln w="9525">
            <a:solidFill>
              <a:srgbClr val="D7DEE2"/>
            </a:solidFill>
            <a:prstDash val="solid"/>
          </a:ln>
        </p:spPr>
      </p:sp>
      <p:sp>
        <p:nvSpPr>
          <p:cNvPr id="21" name="직사각형 20">
            <a:extLst>
              <a:ext uri="{FF2B5EF4-FFF2-40B4-BE49-F238E27FC236}">
                <a16:creationId xmlns:a16="http://schemas.microsoft.com/office/drawing/2014/main" id="{A8B74D0B-B483-426C-8111-1FCCA17680F1}"/>
              </a:ext>
            </a:extLst>
          </p:cNvPr>
          <p:cNvSpPr>
            <a:spLocks noGrp="1"/>
          </p:cNvSpPr>
          <p:nvPr/>
        </p:nvSpPr>
        <p:spPr>
          <a:xfrm>
            <a:off x="6191250" y="1962150"/>
            <a:ext cx="2552700" cy="685800"/>
          </a:xfrm>
          <a:prstGeom prst="rect">
            <a:avLst/>
          </a:prstGeom>
          <a:noFill/>
          <a:ln w="0">
            <a:noFill/>
            <a:prstDash val="solid"/>
          </a:ln>
        </p:spPr>
        <p:txBody>
          <a:bodyPr lIns="0" tIns="0" rIns="0" bIns="0" anchor="ctr"/>
          <a:lstStyle/>
          <a:p>
            <a:pPr algn="ctr">
              <a:defRPr sz="1950" b="0">
                <a:solidFill>
                  <a:srgbClr val="D46A00"/>
                </a:solidFill>
                <a:latin typeface="Noto Sans KR"/>
                <a:ea typeface="Noto Sans KR"/>
                <a:cs typeface="Noto Sans KR"/>
              </a:defRPr>
            </a:pPr>
            <a:r>
              <a:rPr sz="1950" b="0">
                <a:solidFill>
                  <a:srgbClr val="D46A00"/>
                </a:solidFill>
                <a:latin typeface="Noto Sans KR"/>
                <a:ea typeface="Noto Sans KR"/>
                <a:cs typeface="Noto Sans KR"/>
              </a:rPr>
              <a:t>△</a:t>
            </a:r>
          </a:p>
        </p:txBody>
      </p:sp>
      <p:sp>
        <p:nvSpPr>
          <p:cNvPr id="22" name="직사각형 21">
            <a:extLst>
              <a:ext uri="{FF2B5EF4-FFF2-40B4-BE49-F238E27FC236}">
                <a16:creationId xmlns:a16="http://schemas.microsoft.com/office/drawing/2014/main" id="{BF699216-F87C-4A06-8474-32A3CB802B66}"/>
              </a:ext>
            </a:extLst>
          </p:cNvPr>
          <p:cNvSpPr>
            <a:spLocks noGrp="1"/>
          </p:cNvSpPr>
          <p:nvPr/>
        </p:nvSpPr>
        <p:spPr>
          <a:xfrm>
            <a:off x="8839200" y="1962150"/>
            <a:ext cx="2743200" cy="685800"/>
          </a:xfrm>
          <a:prstGeom prst="rect">
            <a:avLst/>
          </a:prstGeom>
          <a:solidFill>
            <a:srgbClr val="EDF5F3"/>
          </a:solidFill>
          <a:ln w="9525">
            <a:solidFill>
              <a:srgbClr val="D7DEE2"/>
            </a:solidFill>
            <a:prstDash val="solid"/>
          </a:ln>
        </p:spPr>
      </p:sp>
      <p:sp>
        <p:nvSpPr>
          <p:cNvPr id="23" name="직사각형 22">
            <a:extLst>
              <a:ext uri="{FF2B5EF4-FFF2-40B4-BE49-F238E27FC236}">
                <a16:creationId xmlns:a16="http://schemas.microsoft.com/office/drawing/2014/main" id="{A7BDFBDE-D480-4A65-BE64-5DF9B0ED8D02}"/>
              </a:ext>
            </a:extLst>
          </p:cNvPr>
          <p:cNvSpPr>
            <a:spLocks noGrp="1"/>
          </p:cNvSpPr>
          <p:nvPr/>
        </p:nvSpPr>
        <p:spPr>
          <a:xfrm>
            <a:off x="8934450" y="1962150"/>
            <a:ext cx="2552700" cy="685800"/>
          </a:xfrm>
          <a:prstGeom prst="rect">
            <a:avLst/>
          </a:prstGeom>
          <a:noFill/>
          <a:ln w="0">
            <a:noFill/>
            <a:prstDash val="solid"/>
          </a:ln>
        </p:spPr>
        <p:txBody>
          <a:bodyPr lIns="0" tIns="0" rIns="0" bIns="0" anchor="ctr"/>
          <a:lstStyle/>
          <a:p>
            <a:pPr algn="ctr">
              <a:defRPr sz="1950" b="1">
                <a:solidFill>
                  <a:srgbClr val="007A53"/>
                </a:solidFill>
                <a:latin typeface="Noto Sans KR"/>
                <a:ea typeface="Noto Sans KR"/>
                <a:cs typeface="Noto Sans KR"/>
              </a:defRPr>
            </a:pPr>
            <a:r>
              <a:rPr sz="1950" b="1">
                <a:solidFill>
                  <a:srgbClr val="007A53"/>
                </a:solidFill>
                <a:latin typeface="Noto Sans KR"/>
                <a:ea typeface="Noto Sans KR"/>
                <a:cs typeface="Noto Sans KR"/>
              </a:rPr>
              <a:t>●</a:t>
            </a:r>
          </a:p>
        </p:txBody>
      </p:sp>
      <p:sp>
        <p:nvSpPr>
          <p:cNvPr id="24" name="직사각형 23">
            <a:extLst>
              <a:ext uri="{FF2B5EF4-FFF2-40B4-BE49-F238E27FC236}">
                <a16:creationId xmlns:a16="http://schemas.microsoft.com/office/drawing/2014/main" id="{2683DE1F-C8AA-4B1C-8AE6-E531AE912FAB}"/>
              </a:ext>
            </a:extLst>
          </p:cNvPr>
          <p:cNvSpPr>
            <a:spLocks noGrp="1"/>
          </p:cNvSpPr>
          <p:nvPr/>
        </p:nvSpPr>
        <p:spPr>
          <a:xfrm>
            <a:off x="609600" y="2647950"/>
            <a:ext cx="2743200" cy="685800"/>
          </a:xfrm>
          <a:prstGeom prst="rect">
            <a:avLst/>
          </a:prstGeom>
          <a:solidFill>
            <a:srgbClr val="FFFFFF"/>
          </a:solidFill>
          <a:ln w="9525">
            <a:solidFill>
              <a:srgbClr val="D7DEE2"/>
            </a:solidFill>
            <a:prstDash val="solid"/>
          </a:ln>
        </p:spPr>
      </p:sp>
      <p:sp>
        <p:nvSpPr>
          <p:cNvPr id="25" name="직사각형 24">
            <a:extLst>
              <a:ext uri="{FF2B5EF4-FFF2-40B4-BE49-F238E27FC236}">
                <a16:creationId xmlns:a16="http://schemas.microsoft.com/office/drawing/2014/main" id="{98981FC8-2B98-41AC-A36C-FD204E64BE27}"/>
              </a:ext>
            </a:extLst>
          </p:cNvPr>
          <p:cNvSpPr>
            <a:spLocks noGrp="1"/>
          </p:cNvSpPr>
          <p:nvPr/>
        </p:nvSpPr>
        <p:spPr>
          <a:xfrm>
            <a:off x="704850" y="2647950"/>
            <a:ext cx="2552700" cy="685800"/>
          </a:xfrm>
          <a:prstGeom prst="rect">
            <a:avLst/>
          </a:prstGeom>
          <a:noFill/>
          <a:ln w="0">
            <a:noFill/>
            <a:prstDash val="solid"/>
          </a:ln>
        </p:spPr>
        <p:txBody>
          <a:bodyPr lIns="0" tIns="0" rIns="0" bIns="0" anchor="ctr"/>
          <a:lstStyle/>
          <a:p>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기업·품목 맥락 유지</a:t>
            </a:r>
          </a:p>
        </p:txBody>
      </p:sp>
      <p:sp>
        <p:nvSpPr>
          <p:cNvPr id="26" name="직사각형 25">
            <a:extLst>
              <a:ext uri="{FF2B5EF4-FFF2-40B4-BE49-F238E27FC236}">
                <a16:creationId xmlns:a16="http://schemas.microsoft.com/office/drawing/2014/main" id="{7CE931F1-6685-497C-ABCD-001499782D67}"/>
              </a:ext>
            </a:extLst>
          </p:cNvPr>
          <p:cNvSpPr>
            <a:spLocks noGrp="1"/>
          </p:cNvSpPr>
          <p:nvPr/>
        </p:nvSpPr>
        <p:spPr>
          <a:xfrm>
            <a:off x="3352800" y="2647950"/>
            <a:ext cx="2743200" cy="685800"/>
          </a:xfrm>
          <a:prstGeom prst="rect">
            <a:avLst/>
          </a:prstGeom>
          <a:solidFill>
            <a:srgbClr val="FFFFFF"/>
          </a:solidFill>
          <a:ln w="9525">
            <a:solidFill>
              <a:srgbClr val="D7DEE2"/>
            </a:solidFill>
            <a:prstDash val="solid"/>
          </a:ln>
        </p:spPr>
      </p:sp>
      <p:sp>
        <p:nvSpPr>
          <p:cNvPr id="27" name="직사각형 26">
            <a:extLst>
              <a:ext uri="{FF2B5EF4-FFF2-40B4-BE49-F238E27FC236}">
                <a16:creationId xmlns:a16="http://schemas.microsoft.com/office/drawing/2014/main" id="{2F5BBD44-21FC-4AC4-AB23-F4C0A23DEB2E}"/>
              </a:ext>
            </a:extLst>
          </p:cNvPr>
          <p:cNvSpPr>
            <a:spLocks noGrp="1"/>
          </p:cNvSpPr>
          <p:nvPr/>
        </p:nvSpPr>
        <p:spPr>
          <a:xfrm>
            <a:off x="3448050" y="2647950"/>
            <a:ext cx="2552700" cy="685800"/>
          </a:xfrm>
          <a:prstGeom prst="rect">
            <a:avLst/>
          </a:prstGeom>
          <a:noFill/>
          <a:ln w="0">
            <a:noFill/>
            <a:prstDash val="solid"/>
          </a:ln>
        </p:spPr>
        <p:txBody>
          <a:bodyPr lIns="0" tIns="0" rIns="0" bIns="0" anchor="ctr"/>
          <a:lstStyle/>
          <a:p>
            <a:pPr algn="ctr">
              <a:defRPr sz="1950" b="0">
                <a:solidFill>
                  <a:srgbClr val="D46A00"/>
                </a:solidFill>
                <a:latin typeface="Noto Sans KR"/>
                <a:ea typeface="Noto Sans KR"/>
                <a:cs typeface="Noto Sans KR"/>
              </a:defRPr>
            </a:pPr>
            <a:r>
              <a:rPr sz="1950" b="0">
                <a:solidFill>
                  <a:srgbClr val="D46A00"/>
                </a:solidFill>
                <a:latin typeface="Noto Sans KR"/>
                <a:ea typeface="Noto Sans KR"/>
                <a:cs typeface="Noto Sans KR"/>
              </a:rPr>
              <a:t>△</a:t>
            </a:r>
          </a:p>
        </p:txBody>
      </p:sp>
      <p:sp>
        <p:nvSpPr>
          <p:cNvPr id="28" name="직사각형 27">
            <a:extLst>
              <a:ext uri="{FF2B5EF4-FFF2-40B4-BE49-F238E27FC236}">
                <a16:creationId xmlns:a16="http://schemas.microsoft.com/office/drawing/2014/main" id="{64590705-5A0B-43DB-8C7E-DF02535AD909}"/>
              </a:ext>
            </a:extLst>
          </p:cNvPr>
          <p:cNvSpPr>
            <a:spLocks noGrp="1"/>
          </p:cNvSpPr>
          <p:nvPr/>
        </p:nvSpPr>
        <p:spPr>
          <a:xfrm>
            <a:off x="6096000" y="2647950"/>
            <a:ext cx="2743200" cy="685800"/>
          </a:xfrm>
          <a:prstGeom prst="rect">
            <a:avLst/>
          </a:prstGeom>
          <a:solidFill>
            <a:srgbClr val="FFFFFF"/>
          </a:solidFill>
          <a:ln w="9525">
            <a:solidFill>
              <a:srgbClr val="D7DEE2"/>
            </a:solidFill>
            <a:prstDash val="solid"/>
          </a:ln>
        </p:spPr>
      </p:sp>
      <p:sp>
        <p:nvSpPr>
          <p:cNvPr id="29" name="직사각형 28">
            <a:extLst>
              <a:ext uri="{FF2B5EF4-FFF2-40B4-BE49-F238E27FC236}">
                <a16:creationId xmlns:a16="http://schemas.microsoft.com/office/drawing/2014/main" id="{FA3E13C8-8B72-4782-8CF3-0E3BBDFD8CA9}"/>
              </a:ext>
            </a:extLst>
          </p:cNvPr>
          <p:cNvSpPr>
            <a:spLocks noGrp="1"/>
          </p:cNvSpPr>
          <p:nvPr/>
        </p:nvSpPr>
        <p:spPr>
          <a:xfrm>
            <a:off x="6191250" y="2647950"/>
            <a:ext cx="2552700" cy="685800"/>
          </a:xfrm>
          <a:prstGeom prst="rect">
            <a:avLst/>
          </a:prstGeom>
          <a:noFill/>
          <a:ln w="0">
            <a:noFill/>
            <a:prstDash val="solid"/>
          </a:ln>
        </p:spPr>
        <p:txBody>
          <a:bodyPr lIns="0" tIns="0" rIns="0" bIns="0" anchor="ctr"/>
          <a:lstStyle/>
          <a:p>
            <a:pPr algn="ctr">
              <a:defRPr sz="1950" b="0">
                <a:solidFill>
                  <a:srgbClr val="D46A00"/>
                </a:solidFill>
                <a:latin typeface="Noto Sans KR"/>
                <a:ea typeface="Noto Sans KR"/>
                <a:cs typeface="Noto Sans KR"/>
              </a:defRPr>
            </a:pPr>
            <a:r>
              <a:rPr sz="1950" b="0">
                <a:solidFill>
                  <a:srgbClr val="D46A00"/>
                </a:solidFill>
                <a:latin typeface="Noto Sans KR"/>
                <a:ea typeface="Noto Sans KR"/>
                <a:cs typeface="Noto Sans KR"/>
              </a:rPr>
              <a:t>△</a:t>
            </a:r>
          </a:p>
        </p:txBody>
      </p:sp>
      <p:sp>
        <p:nvSpPr>
          <p:cNvPr id="30" name="직사각형 29">
            <a:extLst>
              <a:ext uri="{FF2B5EF4-FFF2-40B4-BE49-F238E27FC236}">
                <a16:creationId xmlns:a16="http://schemas.microsoft.com/office/drawing/2014/main" id="{66C72A17-2F3D-4DAA-9CFB-7D065015B2E9}"/>
              </a:ext>
            </a:extLst>
          </p:cNvPr>
          <p:cNvSpPr>
            <a:spLocks noGrp="1"/>
          </p:cNvSpPr>
          <p:nvPr/>
        </p:nvSpPr>
        <p:spPr>
          <a:xfrm>
            <a:off x="8839200" y="2647950"/>
            <a:ext cx="2743200" cy="685800"/>
          </a:xfrm>
          <a:prstGeom prst="rect">
            <a:avLst/>
          </a:prstGeom>
          <a:solidFill>
            <a:srgbClr val="EDF5F3"/>
          </a:solidFill>
          <a:ln w="9525">
            <a:solidFill>
              <a:srgbClr val="D7DEE2"/>
            </a:solidFill>
            <a:prstDash val="solid"/>
          </a:ln>
        </p:spPr>
      </p:sp>
      <p:sp>
        <p:nvSpPr>
          <p:cNvPr id="31" name="직사각형 30">
            <a:extLst>
              <a:ext uri="{FF2B5EF4-FFF2-40B4-BE49-F238E27FC236}">
                <a16:creationId xmlns:a16="http://schemas.microsoft.com/office/drawing/2014/main" id="{DFAE2BFF-3E0F-4FB6-B865-289B406CA3E3}"/>
              </a:ext>
            </a:extLst>
          </p:cNvPr>
          <p:cNvSpPr>
            <a:spLocks noGrp="1"/>
          </p:cNvSpPr>
          <p:nvPr/>
        </p:nvSpPr>
        <p:spPr>
          <a:xfrm>
            <a:off x="8934450" y="2647950"/>
            <a:ext cx="2552700" cy="685800"/>
          </a:xfrm>
          <a:prstGeom prst="rect">
            <a:avLst/>
          </a:prstGeom>
          <a:noFill/>
          <a:ln w="0">
            <a:noFill/>
            <a:prstDash val="solid"/>
          </a:ln>
        </p:spPr>
        <p:txBody>
          <a:bodyPr lIns="0" tIns="0" rIns="0" bIns="0" anchor="ctr"/>
          <a:lstStyle/>
          <a:p>
            <a:pPr algn="ctr">
              <a:defRPr sz="1950" b="1">
                <a:solidFill>
                  <a:srgbClr val="007A53"/>
                </a:solidFill>
                <a:latin typeface="Noto Sans KR"/>
                <a:ea typeface="Noto Sans KR"/>
                <a:cs typeface="Noto Sans KR"/>
              </a:defRPr>
            </a:pPr>
            <a:r>
              <a:rPr sz="1950" b="1">
                <a:solidFill>
                  <a:srgbClr val="007A53"/>
                </a:solidFill>
                <a:latin typeface="Noto Sans KR"/>
                <a:ea typeface="Noto Sans KR"/>
                <a:cs typeface="Noto Sans KR"/>
              </a:rPr>
              <a:t>●</a:t>
            </a:r>
          </a:p>
        </p:txBody>
      </p:sp>
      <p:sp>
        <p:nvSpPr>
          <p:cNvPr id="32" name="직사각형 31">
            <a:extLst>
              <a:ext uri="{FF2B5EF4-FFF2-40B4-BE49-F238E27FC236}">
                <a16:creationId xmlns:a16="http://schemas.microsoft.com/office/drawing/2014/main" id="{A15639CD-6CE5-4CF0-B542-A3135AD1719E}"/>
              </a:ext>
            </a:extLst>
          </p:cNvPr>
          <p:cNvSpPr>
            <a:spLocks noGrp="1"/>
          </p:cNvSpPr>
          <p:nvPr/>
        </p:nvSpPr>
        <p:spPr>
          <a:xfrm>
            <a:off x="609600" y="3333750"/>
            <a:ext cx="2743200" cy="685800"/>
          </a:xfrm>
          <a:prstGeom prst="rect">
            <a:avLst/>
          </a:prstGeom>
          <a:solidFill>
            <a:srgbClr val="FFFFFF"/>
          </a:solidFill>
          <a:ln w="9525">
            <a:solidFill>
              <a:srgbClr val="D7DEE2"/>
            </a:solidFill>
            <a:prstDash val="solid"/>
          </a:ln>
        </p:spPr>
      </p:sp>
      <p:sp>
        <p:nvSpPr>
          <p:cNvPr id="33" name="직사각형 32">
            <a:extLst>
              <a:ext uri="{FF2B5EF4-FFF2-40B4-BE49-F238E27FC236}">
                <a16:creationId xmlns:a16="http://schemas.microsoft.com/office/drawing/2014/main" id="{B7529062-058D-4DEA-AB9D-31A114E9E26E}"/>
              </a:ext>
            </a:extLst>
          </p:cNvPr>
          <p:cNvSpPr>
            <a:spLocks noGrp="1"/>
          </p:cNvSpPr>
          <p:nvPr/>
        </p:nvSpPr>
        <p:spPr>
          <a:xfrm>
            <a:off x="704850" y="3333750"/>
            <a:ext cx="2552700" cy="685800"/>
          </a:xfrm>
          <a:prstGeom prst="rect">
            <a:avLst/>
          </a:prstGeom>
          <a:noFill/>
          <a:ln w="0">
            <a:noFill/>
            <a:prstDash val="solid"/>
          </a:ln>
        </p:spPr>
        <p:txBody>
          <a:bodyPr lIns="0" tIns="0" rIns="0" bIns="0" anchor="ctr"/>
          <a:lstStyle/>
          <a:p>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조회 즉시 갱신</a:t>
            </a:r>
          </a:p>
        </p:txBody>
      </p:sp>
      <p:sp>
        <p:nvSpPr>
          <p:cNvPr id="34" name="직사각형 33">
            <a:extLst>
              <a:ext uri="{FF2B5EF4-FFF2-40B4-BE49-F238E27FC236}">
                <a16:creationId xmlns:a16="http://schemas.microsoft.com/office/drawing/2014/main" id="{8A55B7EA-7F36-4722-98BF-C090C0E694CC}"/>
              </a:ext>
            </a:extLst>
          </p:cNvPr>
          <p:cNvSpPr>
            <a:spLocks noGrp="1"/>
          </p:cNvSpPr>
          <p:nvPr/>
        </p:nvSpPr>
        <p:spPr>
          <a:xfrm>
            <a:off x="3352800" y="3333750"/>
            <a:ext cx="2743200" cy="685800"/>
          </a:xfrm>
          <a:prstGeom prst="rect">
            <a:avLst/>
          </a:prstGeom>
          <a:solidFill>
            <a:srgbClr val="FFFFFF"/>
          </a:solidFill>
          <a:ln w="9525">
            <a:solidFill>
              <a:srgbClr val="D7DEE2"/>
            </a:solidFill>
            <a:prstDash val="solid"/>
          </a:ln>
        </p:spPr>
      </p:sp>
      <p:sp>
        <p:nvSpPr>
          <p:cNvPr id="35" name="직사각형 34">
            <a:extLst>
              <a:ext uri="{FF2B5EF4-FFF2-40B4-BE49-F238E27FC236}">
                <a16:creationId xmlns:a16="http://schemas.microsoft.com/office/drawing/2014/main" id="{FA0620FD-59F4-4881-AE3A-06F96E2B97FC}"/>
              </a:ext>
            </a:extLst>
          </p:cNvPr>
          <p:cNvSpPr>
            <a:spLocks noGrp="1"/>
          </p:cNvSpPr>
          <p:nvPr/>
        </p:nvSpPr>
        <p:spPr>
          <a:xfrm>
            <a:off x="3448050" y="3333750"/>
            <a:ext cx="2552700" cy="685800"/>
          </a:xfrm>
          <a:prstGeom prst="rect">
            <a:avLst/>
          </a:prstGeom>
          <a:noFill/>
          <a:ln w="0">
            <a:noFill/>
            <a:prstDash val="solid"/>
          </a:ln>
        </p:spPr>
        <p:txBody>
          <a:bodyPr lIns="0" tIns="0" rIns="0" bIns="0" anchor="ctr"/>
          <a:lstStyle/>
          <a:p>
            <a:pPr algn="ctr">
              <a:defRPr sz="1950" b="0">
                <a:solidFill>
                  <a:srgbClr val="007A53"/>
                </a:solidFill>
                <a:latin typeface="Noto Sans KR"/>
                <a:ea typeface="Noto Sans KR"/>
                <a:cs typeface="Noto Sans KR"/>
              </a:defRPr>
            </a:pPr>
            <a:r>
              <a:rPr sz="1950" b="0">
                <a:solidFill>
                  <a:srgbClr val="007A53"/>
                </a:solidFill>
                <a:latin typeface="Noto Sans KR"/>
                <a:ea typeface="Noto Sans KR"/>
                <a:cs typeface="Noto Sans KR"/>
              </a:rPr>
              <a:t>●</a:t>
            </a:r>
          </a:p>
        </p:txBody>
      </p:sp>
      <p:sp>
        <p:nvSpPr>
          <p:cNvPr id="36" name="직사각형 35">
            <a:extLst>
              <a:ext uri="{FF2B5EF4-FFF2-40B4-BE49-F238E27FC236}">
                <a16:creationId xmlns:a16="http://schemas.microsoft.com/office/drawing/2014/main" id="{1F1A90AB-B48F-4B80-B652-FCAD4E0CB08A}"/>
              </a:ext>
            </a:extLst>
          </p:cNvPr>
          <p:cNvSpPr>
            <a:spLocks noGrp="1"/>
          </p:cNvSpPr>
          <p:nvPr/>
        </p:nvSpPr>
        <p:spPr>
          <a:xfrm>
            <a:off x="6096000" y="3333750"/>
            <a:ext cx="2743200" cy="685800"/>
          </a:xfrm>
          <a:prstGeom prst="rect">
            <a:avLst/>
          </a:prstGeom>
          <a:solidFill>
            <a:srgbClr val="FFFFFF"/>
          </a:solidFill>
          <a:ln w="9525">
            <a:solidFill>
              <a:srgbClr val="D7DEE2"/>
            </a:solidFill>
            <a:prstDash val="solid"/>
          </a:ln>
        </p:spPr>
      </p:sp>
      <p:sp>
        <p:nvSpPr>
          <p:cNvPr id="37" name="직사각형 36">
            <a:extLst>
              <a:ext uri="{FF2B5EF4-FFF2-40B4-BE49-F238E27FC236}">
                <a16:creationId xmlns:a16="http://schemas.microsoft.com/office/drawing/2014/main" id="{265290A0-09D5-41BE-9846-7709E9A61B0E}"/>
              </a:ext>
            </a:extLst>
          </p:cNvPr>
          <p:cNvSpPr>
            <a:spLocks noGrp="1"/>
          </p:cNvSpPr>
          <p:nvPr/>
        </p:nvSpPr>
        <p:spPr>
          <a:xfrm>
            <a:off x="6191250" y="3333750"/>
            <a:ext cx="2552700" cy="685800"/>
          </a:xfrm>
          <a:prstGeom prst="rect">
            <a:avLst/>
          </a:prstGeom>
          <a:noFill/>
          <a:ln w="0">
            <a:noFill/>
            <a:prstDash val="solid"/>
          </a:ln>
        </p:spPr>
        <p:txBody>
          <a:bodyPr lIns="0" tIns="0" rIns="0" bIns="0" anchor="ctr"/>
          <a:lstStyle/>
          <a:p>
            <a:pPr algn="ctr">
              <a:defRPr sz="1950" b="0">
                <a:solidFill>
                  <a:srgbClr val="D46A00"/>
                </a:solidFill>
                <a:latin typeface="Noto Sans KR"/>
                <a:ea typeface="Noto Sans KR"/>
                <a:cs typeface="Noto Sans KR"/>
              </a:defRPr>
            </a:pPr>
            <a:r>
              <a:rPr sz="1950" b="0">
                <a:solidFill>
                  <a:srgbClr val="D46A00"/>
                </a:solidFill>
                <a:latin typeface="Noto Sans KR"/>
                <a:ea typeface="Noto Sans KR"/>
                <a:cs typeface="Noto Sans KR"/>
              </a:rPr>
              <a:t>△</a:t>
            </a:r>
          </a:p>
        </p:txBody>
      </p:sp>
      <p:sp>
        <p:nvSpPr>
          <p:cNvPr id="38" name="직사각형 37">
            <a:extLst>
              <a:ext uri="{FF2B5EF4-FFF2-40B4-BE49-F238E27FC236}">
                <a16:creationId xmlns:a16="http://schemas.microsoft.com/office/drawing/2014/main" id="{FE7A4BD6-01CC-4E21-A7F5-3038A1908912}"/>
              </a:ext>
            </a:extLst>
          </p:cNvPr>
          <p:cNvSpPr>
            <a:spLocks noGrp="1"/>
          </p:cNvSpPr>
          <p:nvPr/>
        </p:nvSpPr>
        <p:spPr>
          <a:xfrm>
            <a:off x="8839200" y="3333750"/>
            <a:ext cx="2743200" cy="685800"/>
          </a:xfrm>
          <a:prstGeom prst="rect">
            <a:avLst/>
          </a:prstGeom>
          <a:solidFill>
            <a:srgbClr val="EDF5F3"/>
          </a:solidFill>
          <a:ln w="9525">
            <a:solidFill>
              <a:srgbClr val="D7DEE2"/>
            </a:solidFill>
            <a:prstDash val="solid"/>
          </a:ln>
        </p:spPr>
      </p:sp>
      <p:sp>
        <p:nvSpPr>
          <p:cNvPr id="39" name="직사각형 38">
            <a:extLst>
              <a:ext uri="{FF2B5EF4-FFF2-40B4-BE49-F238E27FC236}">
                <a16:creationId xmlns:a16="http://schemas.microsoft.com/office/drawing/2014/main" id="{9F1D8CD5-6BAA-4B71-8488-5B058C696332}"/>
              </a:ext>
            </a:extLst>
          </p:cNvPr>
          <p:cNvSpPr>
            <a:spLocks noGrp="1"/>
          </p:cNvSpPr>
          <p:nvPr/>
        </p:nvSpPr>
        <p:spPr>
          <a:xfrm>
            <a:off x="8934450" y="3333750"/>
            <a:ext cx="2552700" cy="685800"/>
          </a:xfrm>
          <a:prstGeom prst="rect">
            <a:avLst/>
          </a:prstGeom>
          <a:noFill/>
          <a:ln w="0">
            <a:noFill/>
            <a:prstDash val="solid"/>
          </a:ln>
        </p:spPr>
        <p:txBody>
          <a:bodyPr lIns="0" tIns="0" rIns="0" bIns="0" anchor="ctr"/>
          <a:lstStyle/>
          <a:p>
            <a:pPr algn="ctr">
              <a:defRPr sz="1950" b="1">
                <a:solidFill>
                  <a:srgbClr val="007A53"/>
                </a:solidFill>
                <a:latin typeface="Noto Sans KR"/>
                <a:ea typeface="Noto Sans KR"/>
                <a:cs typeface="Noto Sans KR"/>
              </a:defRPr>
            </a:pPr>
            <a:r>
              <a:rPr sz="1950" b="1">
                <a:solidFill>
                  <a:srgbClr val="007A53"/>
                </a:solidFill>
                <a:latin typeface="Noto Sans KR"/>
                <a:ea typeface="Noto Sans KR"/>
                <a:cs typeface="Noto Sans KR"/>
              </a:rPr>
              <a:t>●</a:t>
            </a:r>
          </a:p>
        </p:txBody>
      </p:sp>
      <p:sp>
        <p:nvSpPr>
          <p:cNvPr id="40" name="직사각형 39">
            <a:extLst>
              <a:ext uri="{FF2B5EF4-FFF2-40B4-BE49-F238E27FC236}">
                <a16:creationId xmlns:a16="http://schemas.microsoft.com/office/drawing/2014/main" id="{66D9F08A-98DB-4650-9D71-FEAF260B5C8A}"/>
              </a:ext>
            </a:extLst>
          </p:cNvPr>
          <p:cNvSpPr>
            <a:spLocks noGrp="1"/>
          </p:cNvSpPr>
          <p:nvPr/>
        </p:nvSpPr>
        <p:spPr>
          <a:xfrm>
            <a:off x="609600" y="4019550"/>
            <a:ext cx="2743200" cy="685800"/>
          </a:xfrm>
          <a:prstGeom prst="rect">
            <a:avLst/>
          </a:prstGeom>
          <a:solidFill>
            <a:srgbClr val="FFFFFF"/>
          </a:solidFill>
          <a:ln w="9525">
            <a:solidFill>
              <a:srgbClr val="D7DEE2"/>
            </a:solidFill>
            <a:prstDash val="solid"/>
          </a:ln>
        </p:spPr>
      </p:sp>
      <p:sp>
        <p:nvSpPr>
          <p:cNvPr id="41" name="직사각형 40">
            <a:extLst>
              <a:ext uri="{FF2B5EF4-FFF2-40B4-BE49-F238E27FC236}">
                <a16:creationId xmlns:a16="http://schemas.microsoft.com/office/drawing/2014/main" id="{CC7D77AE-784A-4E49-9C84-AA3D75FAAC4B}"/>
              </a:ext>
            </a:extLst>
          </p:cNvPr>
          <p:cNvSpPr>
            <a:spLocks noGrp="1"/>
          </p:cNvSpPr>
          <p:nvPr/>
        </p:nvSpPr>
        <p:spPr>
          <a:xfrm>
            <a:off x="704850" y="4019550"/>
            <a:ext cx="2552700" cy="685800"/>
          </a:xfrm>
          <a:prstGeom prst="rect">
            <a:avLst/>
          </a:prstGeom>
          <a:noFill/>
          <a:ln w="0">
            <a:noFill/>
            <a:prstDash val="solid"/>
          </a:ln>
        </p:spPr>
        <p:txBody>
          <a:bodyPr lIns="0" tIns="0" rIns="0" bIns="0" anchor="ctr"/>
          <a:lstStyle/>
          <a:p>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미확인 조건 공개</a:t>
            </a:r>
          </a:p>
        </p:txBody>
      </p:sp>
      <p:sp>
        <p:nvSpPr>
          <p:cNvPr id="42" name="직사각형 41">
            <a:extLst>
              <a:ext uri="{FF2B5EF4-FFF2-40B4-BE49-F238E27FC236}">
                <a16:creationId xmlns:a16="http://schemas.microsoft.com/office/drawing/2014/main" id="{2F6AEEA1-6577-441D-99D0-35D7A27D0BF6}"/>
              </a:ext>
            </a:extLst>
          </p:cNvPr>
          <p:cNvSpPr>
            <a:spLocks noGrp="1"/>
          </p:cNvSpPr>
          <p:nvPr/>
        </p:nvSpPr>
        <p:spPr>
          <a:xfrm>
            <a:off x="3352800" y="4019550"/>
            <a:ext cx="2743200" cy="685800"/>
          </a:xfrm>
          <a:prstGeom prst="rect">
            <a:avLst/>
          </a:prstGeom>
          <a:solidFill>
            <a:srgbClr val="FFFFFF"/>
          </a:solidFill>
          <a:ln w="9525">
            <a:solidFill>
              <a:srgbClr val="D7DEE2"/>
            </a:solidFill>
            <a:prstDash val="solid"/>
          </a:ln>
        </p:spPr>
      </p:sp>
      <p:sp>
        <p:nvSpPr>
          <p:cNvPr id="43" name="직사각형 42">
            <a:extLst>
              <a:ext uri="{FF2B5EF4-FFF2-40B4-BE49-F238E27FC236}">
                <a16:creationId xmlns:a16="http://schemas.microsoft.com/office/drawing/2014/main" id="{2431D3CC-AF3D-47AB-AC75-A4A4F2429264}"/>
              </a:ext>
            </a:extLst>
          </p:cNvPr>
          <p:cNvSpPr>
            <a:spLocks noGrp="1"/>
          </p:cNvSpPr>
          <p:nvPr/>
        </p:nvSpPr>
        <p:spPr>
          <a:xfrm>
            <a:off x="3448050" y="4019550"/>
            <a:ext cx="2552700" cy="685800"/>
          </a:xfrm>
          <a:prstGeom prst="rect">
            <a:avLst/>
          </a:prstGeom>
          <a:noFill/>
          <a:ln w="0">
            <a:noFill/>
            <a:prstDash val="solid"/>
          </a:ln>
        </p:spPr>
        <p:txBody>
          <a:bodyPr lIns="0" tIns="0" rIns="0" bIns="0" anchor="ctr"/>
          <a:lstStyle/>
          <a:p>
            <a:pPr algn="ctr">
              <a:defRPr sz="1950" b="0">
                <a:solidFill>
                  <a:srgbClr val="D46A00"/>
                </a:solidFill>
                <a:latin typeface="Noto Sans KR"/>
                <a:ea typeface="Noto Sans KR"/>
                <a:cs typeface="Noto Sans KR"/>
              </a:defRPr>
            </a:pPr>
            <a:r>
              <a:rPr sz="1950" b="0">
                <a:solidFill>
                  <a:srgbClr val="D46A00"/>
                </a:solidFill>
                <a:latin typeface="Noto Sans KR"/>
                <a:ea typeface="Noto Sans KR"/>
                <a:cs typeface="Noto Sans KR"/>
              </a:rPr>
              <a:t>△</a:t>
            </a:r>
          </a:p>
        </p:txBody>
      </p:sp>
      <p:sp>
        <p:nvSpPr>
          <p:cNvPr id="44" name="직사각형 43">
            <a:extLst>
              <a:ext uri="{FF2B5EF4-FFF2-40B4-BE49-F238E27FC236}">
                <a16:creationId xmlns:a16="http://schemas.microsoft.com/office/drawing/2014/main" id="{853552A7-3C5B-42E4-B826-967674B40717}"/>
              </a:ext>
            </a:extLst>
          </p:cNvPr>
          <p:cNvSpPr>
            <a:spLocks noGrp="1"/>
          </p:cNvSpPr>
          <p:nvPr/>
        </p:nvSpPr>
        <p:spPr>
          <a:xfrm>
            <a:off x="6096000" y="4019550"/>
            <a:ext cx="2743200" cy="685800"/>
          </a:xfrm>
          <a:prstGeom prst="rect">
            <a:avLst/>
          </a:prstGeom>
          <a:solidFill>
            <a:srgbClr val="FFFFFF"/>
          </a:solidFill>
          <a:ln w="9525">
            <a:solidFill>
              <a:srgbClr val="D7DEE2"/>
            </a:solidFill>
            <a:prstDash val="solid"/>
          </a:ln>
        </p:spPr>
      </p:sp>
      <p:sp>
        <p:nvSpPr>
          <p:cNvPr id="45" name="직사각형 44">
            <a:extLst>
              <a:ext uri="{FF2B5EF4-FFF2-40B4-BE49-F238E27FC236}">
                <a16:creationId xmlns:a16="http://schemas.microsoft.com/office/drawing/2014/main" id="{4E151347-AFA5-477C-948C-CED425236BFA}"/>
              </a:ext>
            </a:extLst>
          </p:cNvPr>
          <p:cNvSpPr>
            <a:spLocks noGrp="1"/>
          </p:cNvSpPr>
          <p:nvPr/>
        </p:nvSpPr>
        <p:spPr>
          <a:xfrm>
            <a:off x="6191250" y="4019550"/>
            <a:ext cx="2552700" cy="685800"/>
          </a:xfrm>
          <a:prstGeom prst="rect">
            <a:avLst/>
          </a:prstGeom>
          <a:noFill/>
          <a:ln w="0">
            <a:noFill/>
            <a:prstDash val="solid"/>
          </a:ln>
        </p:spPr>
        <p:txBody>
          <a:bodyPr lIns="0" tIns="0" rIns="0" bIns="0" anchor="ctr"/>
          <a:lstStyle/>
          <a:p>
            <a:pPr algn="ctr">
              <a:defRPr sz="1950" b="0">
                <a:solidFill>
                  <a:srgbClr val="C62828"/>
                </a:solidFill>
                <a:latin typeface="Noto Sans KR"/>
                <a:ea typeface="Noto Sans KR"/>
                <a:cs typeface="Noto Sans KR"/>
              </a:defRPr>
            </a:pPr>
            <a:r>
              <a:rPr sz="1950" b="0">
                <a:solidFill>
                  <a:srgbClr val="C62828"/>
                </a:solidFill>
                <a:latin typeface="Noto Sans KR"/>
                <a:ea typeface="Noto Sans KR"/>
                <a:cs typeface="Noto Sans KR"/>
              </a:rPr>
              <a:t>×</a:t>
            </a:r>
          </a:p>
        </p:txBody>
      </p:sp>
      <p:sp>
        <p:nvSpPr>
          <p:cNvPr id="46" name="직사각형 45">
            <a:extLst>
              <a:ext uri="{FF2B5EF4-FFF2-40B4-BE49-F238E27FC236}">
                <a16:creationId xmlns:a16="http://schemas.microsoft.com/office/drawing/2014/main" id="{4982B04A-946B-4D21-8C92-FBC67A68870E}"/>
              </a:ext>
            </a:extLst>
          </p:cNvPr>
          <p:cNvSpPr>
            <a:spLocks noGrp="1"/>
          </p:cNvSpPr>
          <p:nvPr/>
        </p:nvSpPr>
        <p:spPr>
          <a:xfrm>
            <a:off x="8839200" y="4019550"/>
            <a:ext cx="2743200" cy="685800"/>
          </a:xfrm>
          <a:prstGeom prst="rect">
            <a:avLst/>
          </a:prstGeom>
          <a:solidFill>
            <a:srgbClr val="EDF5F3"/>
          </a:solidFill>
          <a:ln w="9525">
            <a:solidFill>
              <a:srgbClr val="D7DEE2"/>
            </a:solidFill>
            <a:prstDash val="solid"/>
          </a:ln>
        </p:spPr>
      </p:sp>
      <p:sp>
        <p:nvSpPr>
          <p:cNvPr id="47" name="직사각형 46">
            <a:extLst>
              <a:ext uri="{FF2B5EF4-FFF2-40B4-BE49-F238E27FC236}">
                <a16:creationId xmlns:a16="http://schemas.microsoft.com/office/drawing/2014/main" id="{0E6FF02C-A904-4B7F-A0BF-DAF0D7E3E087}"/>
              </a:ext>
            </a:extLst>
          </p:cNvPr>
          <p:cNvSpPr>
            <a:spLocks noGrp="1"/>
          </p:cNvSpPr>
          <p:nvPr/>
        </p:nvSpPr>
        <p:spPr>
          <a:xfrm>
            <a:off x="8934450" y="4019550"/>
            <a:ext cx="2552700" cy="685800"/>
          </a:xfrm>
          <a:prstGeom prst="rect">
            <a:avLst/>
          </a:prstGeom>
          <a:noFill/>
          <a:ln w="0">
            <a:noFill/>
            <a:prstDash val="solid"/>
          </a:ln>
        </p:spPr>
        <p:txBody>
          <a:bodyPr lIns="0" tIns="0" rIns="0" bIns="0" anchor="ctr"/>
          <a:lstStyle/>
          <a:p>
            <a:pPr algn="ctr">
              <a:defRPr sz="1950" b="1">
                <a:solidFill>
                  <a:srgbClr val="007A53"/>
                </a:solidFill>
                <a:latin typeface="Noto Sans KR"/>
                <a:ea typeface="Noto Sans KR"/>
                <a:cs typeface="Noto Sans KR"/>
              </a:defRPr>
            </a:pPr>
            <a:r>
              <a:rPr sz="1950" b="1">
                <a:solidFill>
                  <a:srgbClr val="007A53"/>
                </a:solidFill>
                <a:latin typeface="Noto Sans KR"/>
                <a:ea typeface="Noto Sans KR"/>
                <a:cs typeface="Noto Sans KR"/>
              </a:rPr>
              <a:t>●</a:t>
            </a:r>
          </a:p>
        </p:txBody>
      </p:sp>
      <p:sp>
        <p:nvSpPr>
          <p:cNvPr id="48" name="직사각형 47">
            <a:extLst>
              <a:ext uri="{FF2B5EF4-FFF2-40B4-BE49-F238E27FC236}">
                <a16:creationId xmlns:a16="http://schemas.microsoft.com/office/drawing/2014/main" id="{F79C407C-1E52-4F2A-8C75-8814BEB7F655}"/>
              </a:ext>
            </a:extLst>
          </p:cNvPr>
          <p:cNvSpPr>
            <a:spLocks noGrp="1"/>
          </p:cNvSpPr>
          <p:nvPr/>
        </p:nvSpPr>
        <p:spPr>
          <a:xfrm>
            <a:off x="609600" y="4705350"/>
            <a:ext cx="2743200" cy="685800"/>
          </a:xfrm>
          <a:prstGeom prst="rect">
            <a:avLst/>
          </a:prstGeom>
          <a:solidFill>
            <a:srgbClr val="FFFFFF"/>
          </a:solidFill>
          <a:ln w="9525">
            <a:solidFill>
              <a:srgbClr val="D7DEE2"/>
            </a:solidFill>
            <a:prstDash val="solid"/>
          </a:ln>
        </p:spPr>
      </p:sp>
      <p:sp>
        <p:nvSpPr>
          <p:cNvPr id="49" name="직사각형 48">
            <a:extLst>
              <a:ext uri="{FF2B5EF4-FFF2-40B4-BE49-F238E27FC236}">
                <a16:creationId xmlns:a16="http://schemas.microsoft.com/office/drawing/2014/main" id="{313337C0-F970-435E-8F50-27E7D5BADADC}"/>
              </a:ext>
            </a:extLst>
          </p:cNvPr>
          <p:cNvSpPr>
            <a:spLocks noGrp="1"/>
          </p:cNvSpPr>
          <p:nvPr/>
        </p:nvSpPr>
        <p:spPr>
          <a:xfrm>
            <a:off x="704850" y="4705350"/>
            <a:ext cx="2552700" cy="685800"/>
          </a:xfrm>
          <a:prstGeom prst="rect">
            <a:avLst/>
          </a:prstGeom>
          <a:noFill/>
          <a:ln w="0">
            <a:noFill/>
            <a:prstDash val="solid"/>
          </a:ln>
        </p:spPr>
        <p:txBody>
          <a:bodyPr lIns="0" tIns="0" rIns="0" bIns="0" anchor="ctr"/>
          <a:lstStyle/>
          <a:p>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담당자·다음 행동</a:t>
            </a:r>
          </a:p>
        </p:txBody>
      </p:sp>
      <p:sp>
        <p:nvSpPr>
          <p:cNvPr id="50" name="직사각형 49">
            <a:extLst>
              <a:ext uri="{FF2B5EF4-FFF2-40B4-BE49-F238E27FC236}">
                <a16:creationId xmlns:a16="http://schemas.microsoft.com/office/drawing/2014/main" id="{59321A09-E54B-4329-9E1D-5E39D0BD8198}"/>
              </a:ext>
            </a:extLst>
          </p:cNvPr>
          <p:cNvSpPr>
            <a:spLocks noGrp="1"/>
          </p:cNvSpPr>
          <p:nvPr/>
        </p:nvSpPr>
        <p:spPr>
          <a:xfrm>
            <a:off x="3352800" y="4705350"/>
            <a:ext cx="2743200" cy="685800"/>
          </a:xfrm>
          <a:prstGeom prst="rect">
            <a:avLst/>
          </a:prstGeom>
          <a:solidFill>
            <a:srgbClr val="FFFFFF"/>
          </a:solidFill>
          <a:ln w="9525">
            <a:solidFill>
              <a:srgbClr val="D7DEE2"/>
            </a:solidFill>
            <a:prstDash val="solid"/>
          </a:ln>
        </p:spPr>
      </p:sp>
      <p:sp>
        <p:nvSpPr>
          <p:cNvPr id="51" name="직사각형 50">
            <a:extLst>
              <a:ext uri="{FF2B5EF4-FFF2-40B4-BE49-F238E27FC236}">
                <a16:creationId xmlns:a16="http://schemas.microsoft.com/office/drawing/2014/main" id="{B85FFAC3-A80B-4754-B7C6-6EA063FF8E41}"/>
              </a:ext>
            </a:extLst>
          </p:cNvPr>
          <p:cNvSpPr>
            <a:spLocks noGrp="1"/>
          </p:cNvSpPr>
          <p:nvPr/>
        </p:nvSpPr>
        <p:spPr>
          <a:xfrm>
            <a:off x="3448050" y="4705350"/>
            <a:ext cx="2552700" cy="685800"/>
          </a:xfrm>
          <a:prstGeom prst="rect">
            <a:avLst/>
          </a:prstGeom>
          <a:noFill/>
          <a:ln w="0">
            <a:noFill/>
            <a:prstDash val="solid"/>
          </a:ln>
        </p:spPr>
        <p:txBody>
          <a:bodyPr lIns="0" tIns="0" rIns="0" bIns="0" anchor="ctr"/>
          <a:lstStyle/>
          <a:p>
            <a:pPr algn="ctr">
              <a:defRPr sz="1950" b="0">
                <a:solidFill>
                  <a:srgbClr val="C62828"/>
                </a:solidFill>
                <a:latin typeface="Noto Sans KR"/>
                <a:ea typeface="Noto Sans KR"/>
                <a:cs typeface="Noto Sans KR"/>
              </a:defRPr>
            </a:pPr>
            <a:r>
              <a:rPr sz="1950" b="0">
                <a:solidFill>
                  <a:srgbClr val="C62828"/>
                </a:solidFill>
                <a:latin typeface="Noto Sans KR"/>
                <a:ea typeface="Noto Sans KR"/>
                <a:cs typeface="Noto Sans KR"/>
              </a:rPr>
              <a:t>×</a:t>
            </a:r>
          </a:p>
        </p:txBody>
      </p:sp>
      <p:sp>
        <p:nvSpPr>
          <p:cNvPr id="52" name="직사각형 51">
            <a:extLst>
              <a:ext uri="{FF2B5EF4-FFF2-40B4-BE49-F238E27FC236}">
                <a16:creationId xmlns:a16="http://schemas.microsoft.com/office/drawing/2014/main" id="{C94C0A28-3A95-430C-9637-14B065F9E17E}"/>
              </a:ext>
            </a:extLst>
          </p:cNvPr>
          <p:cNvSpPr>
            <a:spLocks noGrp="1"/>
          </p:cNvSpPr>
          <p:nvPr/>
        </p:nvSpPr>
        <p:spPr>
          <a:xfrm>
            <a:off x="6096000" y="4705350"/>
            <a:ext cx="2743200" cy="685800"/>
          </a:xfrm>
          <a:prstGeom prst="rect">
            <a:avLst/>
          </a:prstGeom>
          <a:solidFill>
            <a:srgbClr val="FFFFFF"/>
          </a:solidFill>
          <a:ln w="9525">
            <a:solidFill>
              <a:srgbClr val="D7DEE2"/>
            </a:solidFill>
            <a:prstDash val="solid"/>
          </a:ln>
        </p:spPr>
      </p:sp>
      <p:sp>
        <p:nvSpPr>
          <p:cNvPr id="53" name="직사각형 52">
            <a:extLst>
              <a:ext uri="{FF2B5EF4-FFF2-40B4-BE49-F238E27FC236}">
                <a16:creationId xmlns:a16="http://schemas.microsoft.com/office/drawing/2014/main" id="{75A3FFF3-5876-4357-AE3C-172CC82FE5E0}"/>
              </a:ext>
            </a:extLst>
          </p:cNvPr>
          <p:cNvSpPr>
            <a:spLocks noGrp="1"/>
          </p:cNvSpPr>
          <p:nvPr/>
        </p:nvSpPr>
        <p:spPr>
          <a:xfrm>
            <a:off x="6191250" y="4705350"/>
            <a:ext cx="2552700" cy="685800"/>
          </a:xfrm>
          <a:prstGeom prst="rect">
            <a:avLst/>
          </a:prstGeom>
          <a:noFill/>
          <a:ln w="0">
            <a:noFill/>
            <a:prstDash val="solid"/>
          </a:ln>
        </p:spPr>
        <p:txBody>
          <a:bodyPr lIns="0" tIns="0" rIns="0" bIns="0" anchor="ctr"/>
          <a:lstStyle/>
          <a:p>
            <a:pPr algn="ctr">
              <a:defRPr sz="1950" b="0">
                <a:solidFill>
                  <a:srgbClr val="D46A00"/>
                </a:solidFill>
                <a:latin typeface="Noto Sans KR"/>
                <a:ea typeface="Noto Sans KR"/>
                <a:cs typeface="Noto Sans KR"/>
              </a:defRPr>
            </a:pPr>
            <a:r>
              <a:rPr sz="1950" b="0">
                <a:solidFill>
                  <a:srgbClr val="D46A00"/>
                </a:solidFill>
                <a:latin typeface="Noto Sans KR"/>
                <a:ea typeface="Noto Sans KR"/>
                <a:cs typeface="Noto Sans KR"/>
              </a:rPr>
              <a:t>△</a:t>
            </a:r>
          </a:p>
        </p:txBody>
      </p:sp>
      <p:sp>
        <p:nvSpPr>
          <p:cNvPr id="54" name="직사각형 53">
            <a:extLst>
              <a:ext uri="{FF2B5EF4-FFF2-40B4-BE49-F238E27FC236}">
                <a16:creationId xmlns:a16="http://schemas.microsoft.com/office/drawing/2014/main" id="{41E1C70E-8BE3-4D55-BC43-81EA63B49482}"/>
              </a:ext>
            </a:extLst>
          </p:cNvPr>
          <p:cNvSpPr>
            <a:spLocks noGrp="1"/>
          </p:cNvSpPr>
          <p:nvPr/>
        </p:nvSpPr>
        <p:spPr>
          <a:xfrm>
            <a:off x="8839200" y="4705350"/>
            <a:ext cx="2743200" cy="685800"/>
          </a:xfrm>
          <a:prstGeom prst="rect">
            <a:avLst/>
          </a:prstGeom>
          <a:solidFill>
            <a:srgbClr val="EDF5F3"/>
          </a:solidFill>
          <a:ln w="9525">
            <a:solidFill>
              <a:srgbClr val="D7DEE2"/>
            </a:solidFill>
            <a:prstDash val="solid"/>
          </a:ln>
        </p:spPr>
      </p:sp>
      <p:sp>
        <p:nvSpPr>
          <p:cNvPr id="55" name="직사각형 54">
            <a:extLst>
              <a:ext uri="{FF2B5EF4-FFF2-40B4-BE49-F238E27FC236}">
                <a16:creationId xmlns:a16="http://schemas.microsoft.com/office/drawing/2014/main" id="{A9D36DDF-F314-42F2-BFF0-204007457732}"/>
              </a:ext>
            </a:extLst>
          </p:cNvPr>
          <p:cNvSpPr>
            <a:spLocks noGrp="1"/>
          </p:cNvSpPr>
          <p:nvPr/>
        </p:nvSpPr>
        <p:spPr>
          <a:xfrm>
            <a:off x="8934450" y="4705350"/>
            <a:ext cx="2552700" cy="685800"/>
          </a:xfrm>
          <a:prstGeom prst="rect">
            <a:avLst/>
          </a:prstGeom>
          <a:noFill/>
          <a:ln w="0">
            <a:noFill/>
            <a:prstDash val="solid"/>
          </a:ln>
        </p:spPr>
        <p:txBody>
          <a:bodyPr lIns="0" tIns="0" rIns="0" bIns="0" anchor="ctr"/>
          <a:lstStyle/>
          <a:p>
            <a:pPr algn="ctr">
              <a:defRPr sz="1950" b="1">
                <a:solidFill>
                  <a:srgbClr val="007A53"/>
                </a:solidFill>
                <a:latin typeface="Noto Sans KR"/>
                <a:ea typeface="Noto Sans KR"/>
                <a:cs typeface="Noto Sans KR"/>
              </a:defRPr>
            </a:pPr>
            <a:r>
              <a:rPr sz="1950" b="1">
                <a:solidFill>
                  <a:srgbClr val="007A53"/>
                </a:solidFill>
                <a:latin typeface="Noto Sans KR"/>
                <a:ea typeface="Noto Sans KR"/>
                <a:cs typeface="Noto Sans KR"/>
              </a:rPr>
              <a:t>●</a:t>
            </a:r>
          </a:p>
        </p:txBody>
      </p:sp>
      <p:sp>
        <p:nvSpPr>
          <p:cNvPr id="56" name="직사각형 55">
            <a:extLst>
              <a:ext uri="{FF2B5EF4-FFF2-40B4-BE49-F238E27FC236}">
                <a16:creationId xmlns:a16="http://schemas.microsoft.com/office/drawing/2014/main" id="{E4D2C6C1-EE55-42FB-B8C2-30BDBE8CE24B}"/>
              </a:ext>
            </a:extLst>
          </p:cNvPr>
          <p:cNvSpPr>
            <a:spLocks noGrp="1"/>
          </p:cNvSpPr>
          <p:nvPr/>
        </p:nvSpPr>
        <p:spPr>
          <a:xfrm>
            <a:off x="3352800" y="5524500"/>
            <a:ext cx="2743200" cy="266700"/>
          </a:xfrm>
          <a:prstGeom prst="rect">
            <a:avLst/>
          </a:prstGeom>
          <a:noFill/>
          <a:ln w="0">
            <a:noFill/>
            <a:prstDash val="solid"/>
          </a:ln>
        </p:spPr>
        <p:txBody>
          <a:bodyPr lIns="0" tIns="0" rIns="0" bIns="0" anchor="ctr"/>
          <a:lstStyle/>
          <a:p>
            <a:pPr algn="ctr">
              <a:defRPr sz="975" b="1">
                <a:solidFill>
                  <a:srgbClr val="007A53"/>
                </a:solidFill>
                <a:latin typeface="Noto Sans KR"/>
                <a:ea typeface="Noto Sans KR"/>
                <a:cs typeface="Noto Sans KR"/>
              </a:defRPr>
            </a:pPr>
            <a:r>
              <a:rPr sz="975" b="1">
                <a:solidFill>
                  <a:srgbClr val="007A53"/>
                </a:solidFill>
                <a:latin typeface="Noto Sans KR"/>
                <a:ea typeface="Noto Sans KR"/>
                <a:cs typeface="Noto Sans KR"/>
              </a:rPr>
              <a:t>● 핵심 제공</a:t>
            </a:r>
          </a:p>
        </p:txBody>
      </p:sp>
      <p:sp>
        <p:nvSpPr>
          <p:cNvPr id="57" name="직사각형 56">
            <a:extLst>
              <a:ext uri="{FF2B5EF4-FFF2-40B4-BE49-F238E27FC236}">
                <a16:creationId xmlns:a16="http://schemas.microsoft.com/office/drawing/2014/main" id="{7EFE6B44-4CA5-44CE-9D95-FB82941D7388}"/>
              </a:ext>
            </a:extLst>
          </p:cNvPr>
          <p:cNvSpPr>
            <a:spLocks noGrp="1"/>
          </p:cNvSpPr>
          <p:nvPr/>
        </p:nvSpPr>
        <p:spPr>
          <a:xfrm>
            <a:off x="6096000" y="5524500"/>
            <a:ext cx="2743200" cy="266700"/>
          </a:xfrm>
          <a:prstGeom prst="rect">
            <a:avLst/>
          </a:prstGeom>
          <a:noFill/>
          <a:ln w="0">
            <a:noFill/>
            <a:prstDash val="solid"/>
          </a:ln>
        </p:spPr>
        <p:txBody>
          <a:bodyPr lIns="0" tIns="0" rIns="0" bIns="0" anchor="ctr"/>
          <a:lstStyle/>
          <a:p>
            <a:pPr algn="ctr">
              <a:defRPr sz="975" b="1">
                <a:solidFill>
                  <a:srgbClr val="D46A00"/>
                </a:solidFill>
                <a:latin typeface="Noto Sans KR"/>
                <a:ea typeface="Noto Sans KR"/>
                <a:cs typeface="Noto Sans KR"/>
              </a:defRPr>
            </a:pPr>
            <a:r>
              <a:rPr sz="975" b="1">
                <a:solidFill>
                  <a:srgbClr val="D46A00"/>
                </a:solidFill>
                <a:latin typeface="Noto Sans KR"/>
                <a:ea typeface="Noto Sans KR"/>
                <a:cs typeface="Noto Sans KR"/>
              </a:rPr>
              <a:t>△ 부분 제공</a:t>
            </a:r>
          </a:p>
        </p:txBody>
      </p:sp>
      <p:sp>
        <p:nvSpPr>
          <p:cNvPr id="58" name="직사각형 57">
            <a:extLst>
              <a:ext uri="{FF2B5EF4-FFF2-40B4-BE49-F238E27FC236}">
                <a16:creationId xmlns:a16="http://schemas.microsoft.com/office/drawing/2014/main" id="{E5013EAA-5F11-4E4E-A499-128B90F7F4C9}"/>
              </a:ext>
            </a:extLst>
          </p:cNvPr>
          <p:cNvSpPr>
            <a:spLocks noGrp="1"/>
          </p:cNvSpPr>
          <p:nvPr/>
        </p:nvSpPr>
        <p:spPr>
          <a:xfrm>
            <a:off x="8839200" y="5524500"/>
            <a:ext cx="2743200" cy="266700"/>
          </a:xfrm>
          <a:prstGeom prst="rect">
            <a:avLst/>
          </a:prstGeom>
          <a:noFill/>
          <a:ln w="0">
            <a:noFill/>
            <a:prstDash val="solid"/>
          </a:ln>
        </p:spPr>
        <p:txBody>
          <a:bodyPr lIns="0" tIns="0" rIns="0" bIns="0" anchor="ctr"/>
          <a:lstStyle/>
          <a:p>
            <a:pPr algn="ctr">
              <a:defRPr sz="975" b="1">
                <a:solidFill>
                  <a:srgbClr val="C62828"/>
                </a:solidFill>
                <a:latin typeface="Noto Sans KR"/>
                <a:ea typeface="Noto Sans KR"/>
                <a:cs typeface="Noto Sans KR"/>
              </a:defRPr>
            </a:pPr>
            <a:r>
              <a:rPr sz="975" b="1">
                <a:solidFill>
                  <a:srgbClr val="C62828"/>
                </a:solidFill>
                <a:latin typeface="Noto Sans KR"/>
                <a:ea typeface="Noto Sans KR"/>
                <a:cs typeface="Noto Sans KR"/>
              </a:rPr>
              <a:t>× 미제공</a:t>
            </a:r>
          </a:p>
        </p:txBody>
      </p:sp>
      <p:sp>
        <p:nvSpPr>
          <p:cNvPr id="59" name="직사각형 58">
            <a:extLst>
              <a:ext uri="{FF2B5EF4-FFF2-40B4-BE49-F238E27FC236}">
                <a16:creationId xmlns:a16="http://schemas.microsoft.com/office/drawing/2014/main" id="{CB983640-6A83-4FA4-BB62-2B1E46B3459F}"/>
              </a:ext>
            </a:extLst>
          </p:cNvPr>
          <p:cNvSpPr>
            <a:spLocks noGrp="1"/>
          </p:cNvSpPr>
          <p:nvPr/>
        </p:nvSpPr>
        <p:spPr>
          <a:xfrm>
            <a:off x="3352800" y="5829300"/>
            <a:ext cx="8229600" cy="285750"/>
          </a:xfrm>
          <a:prstGeom prst="rect">
            <a:avLst/>
          </a:prstGeom>
          <a:noFill/>
          <a:ln w="0">
            <a:noFill/>
            <a:prstDash val="solid"/>
          </a:ln>
        </p:spPr>
        <p:txBody>
          <a:bodyPr lIns="0" tIns="0" rIns="0" bIns="0" anchor="ctr"/>
          <a:lstStyle/>
          <a:p>
            <a:pPr algn="ctr">
              <a:defRPr sz="1125" b="1">
                <a:solidFill>
                  <a:srgbClr val="00A58A"/>
                </a:solidFill>
                <a:latin typeface="Noto Sans KR"/>
                <a:ea typeface="Noto Sans KR"/>
                <a:cs typeface="Noto Sans KR"/>
              </a:defRPr>
            </a:pPr>
            <a:r>
              <a:rPr sz="1125" b="1">
                <a:solidFill>
                  <a:srgbClr val="00A58A"/>
                </a:solidFill>
                <a:latin typeface="Noto Sans KR"/>
                <a:ea typeface="Noto Sans KR"/>
                <a:cs typeface="Noto Sans KR"/>
              </a:rPr>
              <a:t>세 기준을 한 흐름으로 연결</a:t>
            </a:r>
          </a:p>
        </p:txBody>
      </p:sp>
    </p:spTree>
    <p:extLst>
      <p:ext uri="{BB962C8B-B14F-4D97-AF65-F5344CB8AC3E}">
        <p14:creationId xmlns:p14="http://schemas.microsoft.com/office/powerpoint/2010/main" val="827436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직사각형 36">
            <a:extLst>
              <a:ext uri="{FF2B5EF4-FFF2-40B4-BE49-F238E27FC236}">
                <a16:creationId xmlns:a16="http://schemas.microsoft.com/office/drawing/2014/main" id="{788F54A8-2E81-4294-AFD8-9E4B7EBE7993}"/>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CUSTOMERS</a:t>
            </a:r>
          </a:p>
        </p:txBody>
      </p:sp>
      <p:sp>
        <p:nvSpPr>
          <p:cNvPr id="2" name="slide-4-title">
            <a:extLst>
              <a:ext uri="{FF2B5EF4-FFF2-40B4-BE49-F238E27FC236}">
                <a16:creationId xmlns:a16="http://schemas.microsoft.com/office/drawing/2014/main" id="{F36B87F7-C4C6-487C-A724-5780F6835C69}"/>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550" b="1">
                <a:solidFill>
                  <a:srgbClr val="051C2C"/>
                </a:solidFill>
                <a:latin typeface="Noto Sans KR"/>
                <a:ea typeface="Noto Sans KR"/>
                <a:cs typeface="Noto Sans KR"/>
              </a:defRPr>
            </a:pPr>
            <a:r>
              <a:rPr sz="2550" b="1">
                <a:solidFill>
                  <a:srgbClr val="051C2C"/>
                </a:solidFill>
                <a:latin typeface="Noto Sans KR"/>
                <a:ea typeface="Noto Sans KR"/>
                <a:cs typeface="Noto Sans KR"/>
              </a:rPr>
              <a:t>검색보다 다음 결정을 내려야 하는 세 고객이 먼저 씁니다</a:t>
            </a:r>
          </a:p>
        </p:txBody>
      </p:sp>
      <p:sp>
        <p:nvSpPr>
          <p:cNvPr id="3" name="직사각형 2">
            <a:extLst>
              <a:ext uri="{FF2B5EF4-FFF2-40B4-BE49-F238E27FC236}">
                <a16:creationId xmlns:a16="http://schemas.microsoft.com/office/drawing/2014/main" id="{1136ED8D-A94E-496D-90B3-17C62575B833}"/>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710F04B2-9CA3-4821-9FE4-FDE929537E88}"/>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EC526231-2A91-4AD9-A106-B9DC81BD3532}"/>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1C37356D-F7BD-4695-8FE4-1A53E3C4472E}"/>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프로젝트 사용자 정의</a:t>
            </a:r>
          </a:p>
        </p:txBody>
      </p:sp>
      <p:sp>
        <p:nvSpPr>
          <p:cNvPr id="7" name="직사각형 6">
            <a:extLst>
              <a:ext uri="{FF2B5EF4-FFF2-40B4-BE49-F238E27FC236}">
                <a16:creationId xmlns:a16="http://schemas.microsoft.com/office/drawing/2014/main" id="{1817FB4B-09CF-4182-8B18-F028FF97A209}"/>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04</a:t>
            </a:r>
          </a:p>
        </p:txBody>
      </p:sp>
      <p:sp>
        <p:nvSpPr>
          <p:cNvPr id="8" name="직사각형 7">
            <a:extLst>
              <a:ext uri="{FF2B5EF4-FFF2-40B4-BE49-F238E27FC236}">
                <a16:creationId xmlns:a16="http://schemas.microsoft.com/office/drawing/2014/main" id="{CF7C8DEC-B019-47CC-9F80-95631D8B967E}"/>
              </a:ext>
            </a:extLst>
          </p:cNvPr>
          <p:cNvSpPr>
            <a:spLocks noGrp="1"/>
          </p:cNvSpPr>
          <p:nvPr/>
        </p:nvSpPr>
        <p:spPr>
          <a:xfrm>
            <a:off x="838200" y="1400175"/>
            <a:ext cx="2476500" cy="361950"/>
          </a:xfrm>
          <a:prstGeom prst="rect">
            <a:avLst/>
          </a:prstGeom>
          <a:noFill/>
          <a:ln w="0">
            <a:noFill/>
            <a:prstDash val="solid"/>
          </a:ln>
        </p:spPr>
        <p:txBody>
          <a:bodyPr lIns="0" tIns="0" rIns="0" bIns="0" anchor="ctr"/>
          <a:lstStyle/>
          <a:p>
            <a:pPr algn="l">
              <a:defRPr sz="1800" b="1">
                <a:solidFill>
                  <a:srgbClr val="051C2C"/>
                </a:solidFill>
                <a:latin typeface="Noto Sans KR"/>
                <a:ea typeface="Noto Sans KR"/>
                <a:cs typeface="Noto Sans KR"/>
              </a:defRPr>
            </a:pPr>
            <a:r>
              <a:rPr sz="1800" b="1">
                <a:solidFill>
                  <a:srgbClr val="051C2C"/>
                </a:solidFill>
                <a:latin typeface="Noto Sans KR"/>
                <a:ea typeface="Noto Sans KR"/>
                <a:cs typeface="Noto Sans KR"/>
              </a:rPr>
              <a:t>같은 근거</a:t>
            </a:r>
          </a:p>
        </p:txBody>
      </p:sp>
      <p:sp>
        <p:nvSpPr>
          <p:cNvPr id="9" name="직사각형 8">
            <a:extLst>
              <a:ext uri="{FF2B5EF4-FFF2-40B4-BE49-F238E27FC236}">
                <a16:creationId xmlns:a16="http://schemas.microsoft.com/office/drawing/2014/main" id="{6BA7AE66-6C1C-4368-BDCF-C10DAE3702F1}"/>
              </a:ext>
            </a:extLst>
          </p:cNvPr>
          <p:cNvSpPr>
            <a:spLocks noGrp="1"/>
          </p:cNvSpPr>
          <p:nvPr/>
        </p:nvSpPr>
        <p:spPr>
          <a:xfrm>
            <a:off x="838200" y="1809750"/>
            <a:ext cx="5238750" cy="552450"/>
          </a:xfrm>
          <a:prstGeom prst="rect">
            <a:avLst/>
          </a:prstGeom>
          <a:noFill/>
          <a:ln w="0">
            <a:noFill/>
            <a:prstDash val="solid"/>
          </a:ln>
        </p:spPr>
        <p:txBody>
          <a:bodyPr lIns="0" tIns="0" rIns="0" bIns="0" anchor="ctr"/>
          <a:lstStyle/>
          <a:p>
            <a:pPr algn="l">
              <a:defRPr sz="2625" b="1">
                <a:solidFill>
                  <a:srgbClr val="00A58A"/>
                </a:solidFill>
                <a:latin typeface="Noto Sans KR"/>
                <a:ea typeface="Noto Sans KR"/>
                <a:cs typeface="Noto Sans KR"/>
              </a:defRPr>
            </a:pPr>
            <a:r>
              <a:rPr sz="2625" b="1">
                <a:solidFill>
                  <a:srgbClr val="00A58A"/>
                </a:solidFill>
                <a:latin typeface="Noto Sans KR"/>
                <a:ea typeface="Noto Sans KR"/>
                <a:cs typeface="Noto Sans KR"/>
              </a:rPr>
              <a:t>고객별로 다른 “다음 결정”</a:t>
            </a:r>
          </a:p>
        </p:txBody>
      </p:sp>
      <p:sp>
        <p:nvSpPr>
          <p:cNvPr id="10" name="직사각형 9">
            <a:extLst>
              <a:ext uri="{FF2B5EF4-FFF2-40B4-BE49-F238E27FC236}">
                <a16:creationId xmlns:a16="http://schemas.microsoft.com/office/drawing/2014/main" id="{67F61533-86D5-4D0E-87F1-2C31E4C781F4}"/>
              </a:ext>
            </a:extLst>
          </p:cNvPr>
          <p:cNvSpPr>
            <a:spLocks noGrp="1"/>
          </p:cNvSpPr>
          <p:nvPr/>
        </p:nvSpPr>
        <p:spPr>
          <a:xfrm>
            <a:off x="838200" y="2533650"/>
            <a:ext cx="3714750" cy="742950"/>
          </a:xfrm>
          <a:prstGeom prst="rect">
            <a:avLst/>
          </a:prstGeom>
          <a:noFill/>
          <a:ln w="0">
            <a:noFill/>
            <a:prstDash val="solid"/>
          </a:ln>
        </p:spPr>
        <p:txBody>
          <a:bodyPr lIns="0" tIns="0" rIns="0" bIns="0" anchor="ctr"/>
          <a:lstStyle/>
          <a:p>
            <a:pPr algn="l">
              <a:defRPr sz="1425" b="0">
                <a:solidFill>
                  <a:srgbClr val="5F6B73"/>
                </a:solidFill>
                <a:latin typeface="Noto Sans KR"/>
                <a:ea typeface="Noto Sans KR"/>
                <a:cs typeface="Noto Sans KR"/>
              </a:defRPr>
            </a:pPr>
            <a:r>
              <a:rPr sz="1425" b="0">
                <a:solidFill>
                  <a:srgbClr val="5F6B73"/>
                </a:solidFill>
                <a:latin typeface="Noto Sans KR"/>
                <a:ea typeface="Noto Sans KR"/>
                <a:cs typeface="Noto Sans KR"/>
              </a:rPr>
              <a:t>1차 도입은 수출 전담 인력이 부족한</a:t>
            </a:r>
          </a:p>
          <a:p>
            <a:pPr algn="l">
              <a:defRPr sz="1425" b="0">
                <a:solidFill>
                  <a:srgbClr val="5F6B73"/>
                </a:solidFill>
                <a:latin typeface="Noto Sans KR"/>
                <a:ea typeface="Noto Sans KR"/>
                <a:cs typeface="Noto Sans KR"/>
              </a:defRPr>
            </a:pPr>
            <a:r>
              <a:rPr sz="1425" b="0">
                <a:solidFill>
                  <a:srgbClr val="5F6B73"/>
                </a:solidFill>
                <a:latin typeface="Noto Sans KR"/>
                <a:ea typeface="Noto Sans KR"/>
                <a:cs typeface="Noto Sans KR"/>
              </a:rPr>
              <a:t>산업단지 제조기업에서 시작합니다.</a:t>
            </a:r>
          </a:p>
        </p:txBody>
      </p:sp>
      <p:sp>
        <p:nvSpPr>
          <p:cNvPr id="11" name="타원 10">
            <a:extLst>
              <a:ext uri="{FF2B5EF4-FFF2-40B4-BE49-F238E27FC236}">
                <a16:creationId xmlns:a16="http://schemas.microsoft.com/office/drawing/2014/main" id="{17E0308E-E6C9-4616-A0E8-D8C128A55FEA}"/>
              </a:ext>
            </a:extLst>
          </p:cNvPr>
          <p:cNvSpPr>
            <a:spLocks noGrp="1"/>
          </p:cNvSpPr>
          <p:nvPr/>
        </p:nvSpPr>
        <p:spPr>
          <a:xfrm>
            <a:off x="5676900" y="1352550"/>
            <a:ext cx="723900" cy="723900"/>
          </a:xfrm>
          <a:prstGeom prst="ellipse">
            <a:avLst/>
          </a:prstGeom>
          <a:solidFill>
            <a:srgbClr val="051C2C"/>
          </a:solidFill>
          <a:ln w="0">
            <a:solidFill>
              <a:srgbClr val="051C2C"/>
            </a:solidFill>
            <a:prstDash val="solid"/>
          </a:ln>
        </p:spPr>
      </p:sp>
      <p:pic>
        <p:nvPicPr>
          <p:cNvPr id="48" name="그림 47"/>
          <p:cNvPicPr>
            <a:picLocks noChangeAspect="1"/>
          </p:cNvPicPr>
          <p:nvPr/>
        </p:nvPicPr>
        <p:blipFill>
          <a:blip r:embed="rId3"/>
          <a:stretch/>
        </p:blipFill>
        <p:spPr>
          <a:xfrm>
            <a:off x="5772150" y="1447800"/>
            <a:ext cx="533400" cy="533400"/>
          </a:xfrm>
          <a:prstGeom prst="rect">
            <a:avLst/>
          </a:prstGeom>
        </p:spPr>
      </p:pic>
      <p:sp>
        <p:nvSpPr>
          <p:cNvPr id="13" name="직사각형 12">
            <a:extLst>
              <a:ext uri="{FF2B5EF4-FFF2-40B4-BE49-F238E27FC236}">
                <a16:creationId xmlns:a16="http://schemas.microsoft.com/office/drawing/2014/main" id="{4BFD91FE-B490-459F-BF57-47DD41E4F876}"/>
              </a:ext>
            </a:extLst>
          </p:cNvPr>
          <p:cNvSpPr>
            <a:spLocks noGrp="1"/>
          </p:cNvSpPr>
          <p:nvPr/>
        </p:nvSpPr>
        <p:spPr>
          <a:xfrm>
            <a:off x="5048250" y="2152650"/>
            <a:ext cx="381000" cy="26670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01</a:t>
            </a:r>
          </a:p>
        </p:txBody>
      </p:sp>
      <p:sp>
        <p:nvSpPr>
          <p:cNvPr id="14" name="직사각형 13">
            <a:extLst>
              <a:ext uri="{FF2B5EF4-FFF2-40B4-BE49-F238E27FC236}">
                <a16:creationId xmlns:a16="http://schemas.microsoft.com/office/drawing/2014/main" id="{4ED3837F-F785-4324-A57C-BC53FCD7A6F6}"/>
              </a:ext>
            </a:extLst>
          </p:cNvPr>
          <p:cNvSpPr>
            <a:spLocks noGrp="1"/>
          </p:cNvSpPr>
          <p:nvPr/>
        </p:nvSpPr>
        <p:spPr>
          <a:xfrm>
            <a:off x="5048250" y="2419350"/>
            <a:ext cx="1981200" cy="552450"/>
          </a:xfrm>
          <a:prstGeom prst="rect">
            <a:avLst/>
          </a:prstGeom>
          <a:noFill/>
          <a:ln w="0">
            <a:noFill/>
            <a:prstDash val="solid"/>
          </a:ln>
        </p:spPr>
        <p:txBody>
          <a:bodyPr lIns="0" tIns="0" rIns="0" bIns="0" anchor="ctr"/>
          <a:lstStyle/>
          <a:p>
            <a:pPr algn="l">
              <a:defRPr sz="1350" b="1">
                <a:solidFill>
                  <a:srgbClr val="051C2C"/>
                </a:solidFill>
                <a:latin typeface="Noto Sans KR"/>
                <a:ea typeface="Noto Sans KR"/>
                <a:cs typeface="Noto Sans KR"/>
              </a:defRPr>
            </a:pPr>
            <a:r>
              <a:rPr sz="1350" b="1">
                <a:solidFill>
                  <a:srgbClr val="051C2C"/>
                </a:solidFill>
                <a:latin typeface="Noto Sans KR"/>
                <a:ea typeface="Noto Sans KR"/>
                <a:cs typeface="Noto Sans KR"/>
              </a:rPr>
              <a:t>제조기업 대표·실무자</a:t>
            </a:r>
          </a:p>
        </p:txBody>
      </p:sp>
      <p:sp>
        <p:nvSpPr>
          <p:cNvPr id="15" name="직사각형 14">
            <a:extLst>
              <a:ext uri="{FF2B5EF4-FFF2-40B4-BE49-F238E27FC236}">
                <a16:creationId xmlns:a16="http://schemas.microsoft.com/office/drawing/2014/main" id="{B020A92C-46B3-4FC5-BC88-76DD8B796589}"/>
              </a:ext>
            </a:extLst>
          </p:cNvPr>
          <p:cNvSpPr>
            <a:spLocks noGrp="1"/>
          </p:cNvSpPr>
          <p:nvPr/>
        </p:nvSpPr>
        <p:spPr>
          <a:xfrm>
            <a:off x="5048250" y="3067050"/>
            <a:ext cx="1981200" cy="9525"/>
          </a:xfrm>
          <a:prstGeom prst="rect">
            <a:avLst/>
          </a:prstGeom>
          <a:solidFill>
            <a:srgbClr val="D7DEE2"/>
          </a:solidFill>
          <a:ln w="0">
            <a:solidFill>
              <a:srgbClr val="D7DEE2"/>
            </a:solidFill>
            <a:prstDash val="solid"/>
          </a:ln>
        </p:spPr>
      </p:sp>
      <p:sp>
        <p:nvSpPr>
          <p:cNvPr id="16" name="직사각형 15">
            <a:extLst>
              <a:ext uri="{FF2B5EF4-FFF2-40B4-BE49-F238E27FC236}">
                <a16:creationId xmlns:a16="http://schemas.microsoft.com/office/drawing/2014/main" id="{F9C11956-2165-4F12-B219-AA92CE8CF798}"/>
              </a:ext>
            </a:extLst>
          </p:cNvPr>
          <p:cNvSpPr>
            <a:spLocks noGrp="1"/>
          </p:cNvSpPr>
          <p:nvPr/>
        </p:nvSpPr>
        <p:spPr>
          <a:xfrm>
            <a:off x="5048250" y="3238500"/>
            <a:ext cx="1981200" cy="876300"/>
          </a:xfrm>
          <a:prstGeom prst="rect">
            <a:avLst/>
          </a:prstGeom>
          <a:noFill/>
          <a:ln w="0">
            <a:noFill/>
            <a:prstDash val="solid"/>
          </a:ln>
        </p:spPr>
        <p:txBody>
          <a:bodyPr lIns="0" tIns="0" rIns="0" bIns="0" anchor="ctr"/>
          <a:lstStyle/>
          <a:p>
            <a:pPr algn="l">
              <a:defRPr sz="1350" b="0">
                <a:solidFill>
                  <a:srgbClr val="14212B"/>
                </a:solidFill>
                <a:latin typeface="Noto Sans KR"/>
                <a:ea typeface="Noto Sans KR"/>
                <a:cs typeface="Noto Sans KR"/>
              </a:defRPr>
            </a:pPr>
            <a:r>
              <a:rPr sz="1350" b="0">
                <a:solidFill>
                  <a:srgbClr val="14212B"/>
                </a:solidFill>
                <a:latin typeface="Noto Sans KR"/>
                <a:ea typeface="Noto Sans KR"/>
                <a:cs typeface="Noto Sans KR"/>
              </a:rPr>
              <a:t>어디로, 어떤 조건으로</a:t>
            </a:r>
          </a:p>
          <a:p>
            <a:pPr algn="l">
              <a:defRPr sz="1350" b="0">
                <a:solidFill>
                  <a:srgbClr val="14212B"/>
                </a:solidFill>
                <a:latin typeface="Noto Sans KR"/>
                <a:ea typeface="Noto Sans KR"/>
                <a:cs typeface="Noto Sans KR"/>
              </a:defRPr>
            </a:pPr>
            <a:r>
              <a:rPr sz="1350" b="0">
                <a:solidFill>
                  <a:srgbClr val="14212B"/>
                </a:solidFill>
                <a:latin typeface="Noto Sans KR"/>
                <a:ea typeface="Noto Sans KR"/>
                <a:cs typeface="Noto Sans KR"/>
              </a:rPr>
              <a:t>추진할 것인가?</a:t>
            </a:r>
          </a:p>
        </p:txBody>
      </p:sp>
      <p:sp>
        <p:nvSpPr>
          <p:cNvPr id="17" name="직사각형 16">
            <a:extLst>
              <a:ext uri="{FF2B5EF4-FFF2-40B4-BE49-F238E27FC236}">
                <a16:creationId xmlns:a16="http://schemas.microsoft.com/office/drawing/2014/main" id="{E15948D8-DC3E-4CB7-AFF5-FED64C456BFE}"/>
              </a:ext>
            </a:extLst>
          </p:cNvPr>
          <p:cNvSpPr>
            <a:spLocks noGrp="1"/>
          </p:cNvSpPr>
          <p:nvPr/>
        </p:nvSpPr>
        <p:spPr>
          <a:xfrm>
            <a:off x="5048250" y="4343400"/>
            <a:ext cx="1981200" cy="723900"/>
          </a:xfrm>
          <a:prstGeom prst="rect">
            <a:avLst/>
          </a:prstGeom>
          <a:solidFill>
            <a:srgbClr val="F3F6F7"/>
          </a:solidFill>
          <a:ln w="0">
            <a:solidFill>
              <a:srgbClr val="F3F6F7"/>
            </a:solidFill>
            <a:prstDash val="solid"/>
          </a:ln>
        </p:spPr>
      </p:sp>
      <p:sp>
        <p:nvSpPr>
          <p:cNvPr id="18" name="직사각형 17">
            <a:extLst>
              <a:ext uri="{FF2B5EF4-FFF2-40B4-BE49-F238E27FC236}">
                <a16:creationId xmlns:a16="http://schemas.microsoft.com/office/drawing/2014/main" id="{D2D1A99C-02F5-48A3-80A4-8B63D4FB1FFD}"/>
              </a:ext>
            </a:extLst>
          </p:cNvPr>
          <p:cNvSpPr>
            <a:spLocks noGrp="1"/>
          </p:cNvSpPr>
          <p:nvPr/>
        </p:nvSpPr>
        <p:spPr>
          <a:xfrm>
            <a:off x="5162550" y="4438650"/>
            <a:ext cx="1752600" cy="533400"/>
          </a:xfrm>
          <a:prstGeom prst="rect">
            <a:avLst/>
          </a:prstGeom>
          <a:noFill/>
          <a:ln w="0">
            <a:noFill/>
            <a:prstDash val="solid"/>
          </a:ln>
        </p:spPr>
        <p:txBody>
          <a:bodyPr lIns="0" tIns="0" rIns="0" bIns="0" anchor="ctr"/>
          <a:lstStyle/>
          <a:p>
            <a:pPr algn="ctr">
              <a:defRPr sz="1050" b="1">
                <a:solidFill>
                  <a:srgbClr val="051C2C"/>
                </a:solidFill>
                <a:latin typeface="Noto Sans KR"/>
                <a:ea typeface="Noto Sans KR"/>
                <a:cs typeface="Noto Sans KR"/>
              </a:defRPr>
            </a:pPr>
            <a:r>
              <a:rPr sz="1050" b="1">
                <a:solidFill>
                  <a:srgbClr val="051C2C"/>
                </a:solidFill>
                <a:latin typeface="Noto Sans KR"/>
                <a:ea typeface="Noto Sans KR"/>
                <a:cs typeface="Noto Sans KR"/>
              </a:rPr>
              <a:t>후보국 · 인증 · 관세 · 결제</a:t>
            </a:r>
          </a:p>
        </p:txBody>
      </p:sp>
      <p:sp>
        <p:nvSpPr>
          <p:cNvPr id="27" name="타원 26">
            <a:extLst>
              <a:ext uri="{FF2B5EF4-FFF2-40B4-BE49-F238E27FC236}">
                <a16:creationId xmlns:a16="http://schemas.microsoft.com/office/drawing/2014/main" id="{832D54BE-E586-4E12-96CE-F9C519F5E87E}"/>
              </a:ext>
            </a:extLst>
          </p:cNvPr>
          <p:cNvSpPr>
            <a:spLocks noGrp="1"/>
          </p:cNvSpPr>
          <p:nvPr/>
        </p:nvSpPr>
        <p:spPr>
          <a:xfrm>
            <a:off x="9182100" y="1317223"/>
            <a:ext cx="723900" cy="723900"/>
          </a:xfrm>
          <a:prstGeom prst="ellipse">
            <a:avLst/>
          </a:prstGeom>
          <a:solidFill>
            <a:srgbClr val="051C2C"/>
          </a:solidFill>
          <a:ln w="0">
            <a:solidFill>
              <a:srgbClr val="051C2C"/>
            </a:solidFill>
            <a:prstDash val="solid"/>
          </a:ln>
        </p:spPr>
      </p:sp>
      <p:pic>
        <p:nvPicPr>
          <p:cNvPr id="64" name="그림 63"/>
          <p:cNvPicPr>
            <a:picLocks noChangeAspect="1"/>
          </p:cNvPicPr>
          <p:nvPr/>
        </p:nvPicPr>
        <p:blipFill>
          <a:blip r:embed="rId4"/>
          <a:stretch/>
        </p:blipFill>
        <p:spPr>
          <a:xfrm>
            <a:off x="9277350" y="1412473"/>
            <a:ext cx="533400" cy="533400"/>
          </a:xfrm>
          <a:prstGeom prst="rect">
            <a:avLst/>
          </a:prstGeom>
        </p:spPr>
      </p:pic>
      <p:sp>
        <p:nvSpPr>
          <p:cNvPr id="29" name="직사각형 28">
            <a:extLst>
              <a:ext uri="{FF2B5EF4-FFF2-40B4-BE49-F238E27FC236}">
                <a16:creationId xmlns:a16="http://schemas.microsoft.com/office/drawing/2014/main" id="{31D0C881-33F1-41FA-9172-BA8C95233BA7}"/>
              </a:ext>
            </a:extLst>
          </p:cNvPr>
          <p:cNvSpPr>
            <a:spLocks noGrp="1"/>
          </p:cNvSpPr>
          <p:nvPr/>
        </p:nvSpPr>
        <p:spPr>
          <a:xfrm>
            <a:off x="8553450" y="2117323"/>
            <a:ext cx="381000" cy="266700"/>
          </a:xfrm>
          <a:prstGeom prst="rect">
            <a:avLst/>
          </a:prstGeom>
          <a:noFill/>
          <a:ln w="0">
            <a:noFill/>
            <a:prstDash val="solid"/>
          </a:ln>
        </p:spPr>
        <p:txBody>
          <a:bodyPr lIns="0" tIns="0" rIns="0" bIns="0" anchor="ctr"/>
          <a:lstStyle/>
          <a:p>
            <a:pPr algn="l">
              <a:defRPr sz="900" b="1">
                <a:solidFill>
                  <a:srgbClr val="00A58A"/>
                </a:solidFill>
                <a:latin typeface="Noto Sans KR"/>
                <a:ea typeface="Noto Sans KR"/>
                <a:cs typeface="Noto Sans KR"/>
              </a:defRPr>
            </a:pPr>
            <a:r>
              <a:rPr sz="900" b="1" dirty="0">
                <a:solidFill>
                  <a:srgbClr val="00A58A"/>
                </a:solidFill>
                <a:latin typeface="Noto Sans KR"/>
                <a:ea typeface="Noto Sans KR"/>
                <a:cs typeface="Noto Sans KR"/>
              </a:rPr>
              <a:t>0</a:t>
            </a:r>
            <a:r>
              <a:rPr lang="en-US" sz="900" b="1" dirty="0">
                <a:solidFill>
                  <a:srgbClr val="00A58A"/>
                </a:solidFill>
                <a:latin typeface="Noto Sans KR"/>
                <a:ea typeface="Noto Sans KR"/>
                <a:cs typeface="Noto Sans KR"/>
              </a:rPr>
              <a:t>2</a:t>
            </a:r>
            <a:endParaRPr sz="900" b="1" dirty="0">
              <a:solidFill>
                <a:srgbClr val="00A58A"/>
              </a:solidFill>
              <a:latin typeface="Noto Sans KR"/>
              <a:ea typeface="Noto Sans KR"/>
              <a:cs typeface="Noto Sans KR"/>
            </a:endParaRPr>
          </a:p>
        </p:txBody>
      </p:sp>
      <p:sp>
        <p:nvSpPr>
          <p:cNvPr id="30" name="직사각형 29">
            <a:extLst>
              <a:ext uri="{FF2B5EF4-FFF2-40B4-BE49-F238E27FC236}">
                <a16:creationId xmlns:a16="http://schemas.microsoft.com/office/drawing/2014/main" id="{8F1D6445-7D49-470A-BBDC-51E0A15780A5}"/>
              </a:ext>
            </a:extLst>
          </p:cNvPr>
          <p:cNvSpPr>
            <a:spLocks noGrp="1"/>
          </p:cNvSpPr>
          <p:nvPr/>
        </p:nvSpPr>
        <p:spPr>
          <a:xfrm>
            <a:off x="8553450" y="2384023"/>
            <a:ext cx="1981200" cy="552450"/>
          </a:xfrm>
          <a:prstGeom prst="rect">
            <a:avLst/>
          </a:prstGeom>
          <a:noFill/>
          <a:ln w="0">
            <a:noFill/>
            <a:prstDash val="solid"/>
          </a:ln>
        </p:spPr>
        <p:txBody>
          <a:bodyPr lIns="0" tIns="0" rIns="0" bIns="0" anchor="ctr"/>
          <a:lstStyle/>
          <a:p>
            <a:pPr algn="l">
              <a:defRPr sz="1350" b="1">
                <a:solidFill>
                  <a:srgbClr val="051C2C"/>
                </a:solidFill>
                <a:latin typeface="Noto Sans KR"/>
                <a:ea typeface="Noto Sans KR"/>
                <a:cs typeface="Noto Sans KR"/>
              </a:defRPr>
            </a:pPr>
            <a:r>
              <a:rPr sz="1350" b="1" dirty="0" err="1">
                <a:solidFill>
                  <a:srgbClr val="051C2C"/>
                </a:solidFill>
                <a:latin typeface="Noto Sans KR"/>
                <a:ea typeface="Noto Sans KR"/>
                <a:cs typeface="Noto Sans KR"/>
              </a:rPr>
              <a:t>관세·인증·무역</a:t>
            </a:r>
            <a:r>
              <a:rPr sz="1350" b="1" dirty="0">
                <a:solidFill>
                  <a:srgbClr val="051C2C"/>
                </a:solidFill>
                <a:latin typeface="Noto Sans KR"/>
                <a:ea typeface="Noto Sans KR"/>
                <a:cs typeface="Noto Sans KR"/>
              </a:rPr>
              <a:t> </a:t>
            </a:r>
            <a:r>
              <a:rPr sz="1350" b="1" dirty="0" err="1">
                <a:solidFill>
                  <a:srgbClr val="051C2C"/>
                </a:solidFill>
                <a:latin typeface="Noto Sans KR"/>
                <a:ea typeface="Noto Sans KR"/>
                <a:cs typeface="Noto Sans KR"/>
              </a:rPr>
              <a:t>전문가</a:t>
            </a:r>
            <a:endParaRPr sz="1350" b="1" dirty="0">
              <a:solidFill>
                <a:srgbClr val="051C2C"/>
              </a:solidFill>
              <a:latin typeface="Noto Sans KR"/>
              <a:ea typeface="Noto Sans KR"/>
              <a:cs typeface="Noto Sans KR"/>
            </a:endParaRPr>
          </a:p>
        </p:txBody>
      </p:sp>
      <p:sp>
        <p:nvSpPr>
          <p:cNvPr id="31" name="직사각형 30">
            <a:extLst>
              <a:ext uri="{FF2B5EF4-FFF2-40B4-BE49-F238E27FC236}">
                <a16:creationId xmlns:a16="http://schemas.microsoft.com/office/drawing/2014/main" id="{6DE35D12-BA5E-431D-AEC9-5EA93497FA47}"/>
              </a:ext>
            </a:extLst>
          </p:cNvPr>
          <p:cNvSpPr>
            <a:spLocks noGrp="1"/>
          </p:cNvSpPr>
          <p:nvPr/>
        </p:nvSpPr>
        <p:spPr>
          <a:xfrm>
            <a:off x="8553450" y="3031723"/>
            <a:ext cx="1981200" cy="9525"/>
          </a:xfrm>
          <a:prstGeom prst="rect">
            <a:avLst/>
          </a:prstGeom>
          <a:solidFill>
            <a:srgbClr val="D7DEE2"/>
          </a:solidFill>
          <a:ln w="0">
            <a:solidFill>
              <a:srgbClr val="D7DEE2"/>
            </a:solidFill>
            <a:prstDash val="solid"/>
          </a:ln>
        </p:spPr>
      </p:sp>
      <p:sp>
        <p:nvSpPr>
          <p:cNvPr id="32" name="직사각형 31">
            <a:extLst>
              <a:ext uri="{FF2B5EF4-FFF2-40B4-BE49-F238E27FC236}">
                <a16:creationId xmlns:a16="http://schemas.microsoft.com/office/drawing/2014/main" id="{857E7DF3-0E37-4270-BC0A-8EBF49F2C1BF}"/>
              </a:ext>
            </a:extLst>
          </p:cNvPr>
          <p:cNvSpPr>
            <a:spLocks noGrp="1"/>
          </p:cNvSpPr>
          <p:nvPr/>
        </p:nvSpPr>
        <p:spPr>
          <a:xfrm>
            <a:off x="8553450" y="3203173"/>
            <a:ext cx="1981200" cy="876300"/>
          </a:xfrm>
          <a:prstGeom prst="rect">
            <a:avLst/>
          </a:prstGeom>
          <a:noFill/>
          <a:ln w="0">
            <a:noFill/>
            <a:prstDash val="solid"/>
          </a:ln>
        </p:spPr>
        <p:txBody>
          <a:bodyPr lIns="0" tIns="0" rIns="0" bIns="0" anchor="ctr"/>
          <a:lstStyle/>
          <a:p>
            <a:pPr algn="l">
              <a:defRPr sz="1350" b="0">
                <a:solidFill>
                  <a:srgbClr val="14212B"/>
                </a:solidFill>
                <a:latin typeface="Noto Sans KR"/>
                <a:ea typeface="Noto Sans KR"/>
                <a:cs typeface="Noto Sans KR"/>
              </a:defRPr>
            </a:pPr>
            <a:r>
              <a:rPr sz="1350" b="0">
                <a:solidFill>
                  <a:srgbClr val="14212B"/>
                </a:solidFill>
                <a:latin typeface="Noto Sans KR"/>
                <a:ea typeface="Noto Sans KR"/>
                <a:cs typeface="Noto Sans KR"/>
              </a:rPr>
              <a:t>어떤 근거를 확인하고</a:t>
            </a:r>
          </a:p>
          <a:p>
            <a:pPr algn="l">
              <a:defRPr sz="1350" b="0">
                <a:solidFill>
                  <a:srgbClr val="14212B"/>
                </a:solidFill>
                <a:latin typeface="Noto Sans KR"/>
                <a:ea typeface="Noto Sans KR"/>
                <a:cs typeface="Noto Sans KR"/>
              </a:defRPr>
            </a:pPr>
            <a:r>
              <a:rPr sz="1350" b="0">
                <a:solidFill>
                  <a:srgbClr val="14212B"/>
                </a:solidFill>
                <a:latin typeface="Noto Sans KR"/>
                <a:ea typeface="Noto Sans KR"/>
                <a:cs typeface="Noto Sans KR"/>
              </a:rPr>
              <a:t>어디에 자문할 것인가?</a:t>
            </a:r>
          </a:p>
        </p:txBody>
      </p:sp>
      <p:sp>
        <p:nvSpPr>
          <p:cNvPr id="33" name="직사각형 32">
            <a:extLst>
              <a:ext uri="{FF2B5EF4-FFF2-40B4-BE49-F238E27FC236}">
                <a16:creationId xmlns:a16="http://schemas.microsoft.com/office/drawing/2014/main" id="{4F0CBF78-1D2E-4BFB-B00F-B4B0B0355E8C}"/>
              </a:ext>
            </a:extLst>
          </p:cNvPr>
          <p:cNvSpPr>
            <a:spLocks noGrp="1"/>
          </p:cNvSpPr>
          <p:nvPr/>
        </p:nvSpPr>
        <p:spPr>
          <a:xfrm>
            <a:off x="8553450" y="4308073"/>
            <a:ext cx="1981200" cy="723900"/>
          </a:xfrm>
          <a:prstGeom prst="rect">
            <a:avLst/>
          </a:prstGeom>
          <a:solidFill>
            <a:srgbClr val="F3F6F7"/>
          </a:solidFill>
          <a:ln w="0">
            <a:solidFill>
              <a:srgbClr val="F3F6F7"/>
            </a:solidFill>
            <a:prstDash val="solid"/>
          </a:ln>
        </p:spPr>
      </p:sp>
      <p:sp>
        <p:nvSpPr>
          <p:cNvPr id="34" name="직사각형 33">
            <a:extLst>
              <a:ext uri="{FF2B5EF4-FFF2-40B4-BE49-F238E27FC236}">
                <a16:creationId xmlns:a16="http://schemas.microsoft.com/office/drawing/2014/main" id="{02983D17-CF98-466B-8BE9-9A5E2889C9CB}"/>
              </a:ext>
            </a:extLst>
          </p:cNvPr>
          <p:cNvSpPr>
            <a:spLocks noGrp="1"/>
          </p:cNvSpPr>
          <p:nvPr/>
        </p:nvSpPr>
        <p:spPr>
          <a:xfrm>
            <a:off x="8667750" y="4403323"/>
            <a:ext cx="1752600" cy="533400"/>
          </a:xfrm>
          <a:prstGeom prst="rect">
            <a:avLst/>
          </a:prstGeom>
          <a:noFill/>
          <a:ln w="0">
            <a:noFill/>
            <a:prstDash val="solid"/>
          </a:ln>
        </p:spPr>
        <p:txBody>
          <a:bodyPr lIns="0" tIns="0" rIns="0" bIns="0" anchor="ctr"/>
          <a:lstStyle/>
          <a:p>
            <a:pPr algn="ctr">
              <a:defRPr sz="1050" b="1">
                <a:solidFill>
                  <a:srgbClr val="051C2C"/>
                </a:solidFill>
                <a:latin typeface="Noto Sans KR"/>
                <a:ea typeface="Noto Sans KR"/>
                <a:cs typeface="Noto Sans KR"/>
              </a:defRPr>
            </a:pPr>
            <a:r>
              <a:rPr sz="1050" b="1">
                <a:solidFill>
                  <a:srgbClr val="051C2C"/>
                </a:solidFill>
                <a:latin typeface="Noto Sans KR"/>
                <a:ea typeface="Noto Sans KR"/>
                <a:cs typeface="Noto Sans KR"/>
              </a:rPr>
              <a:t>근거 확인 · 고부가 자문</a:t>
            </a:r>
          </a:p>
        </p:txBody>
      </p:sp>
      <p:sp>
        <p:nvSpPr>
          <p:cNvPr id="35" name="사각형: 둥근 모서리 34">
            <a:extLst>
              <a:ext uri="{FF2B5EF4-FFF2-40B4-BE49-F238E27FC236}">
                <a16:creationId xmlns:a16="http://schemas.microsoft.com/office/drawing/2014/main" id="{9FF83F89-373F-450E-8285-3A67BA24F81E}"/>
              </a:ext>
            </a:extLst>
          </p:cNvPr>
          <p:cNvSpPr>
            <a:spLocks noGrp="1"/>
          </p:cNvSpPr>
          <p:nvPr/>
        </p:nvSpPr>
        <p:spPr>
          <a:xfrm>
            <a:off x="838200" y="5353050"/>
            <a:ext cx="10572750" cy="590550"/>
          </a:xfrm>
          <a:prstGeom prst="roundRect">
            <a:avLst>
              <a:gd name="adj" fmla="val 19355"/>
            </a:avLst>
          </a:prstGeom>
          <a:solidFill>
            <a:srgbClr val="051C2C"/>
          </a:solidFill>
          <a:ln w="0">
            <a:solidFill>
              <a:srgbClr val="051C2C"/>
            </a:solidFill>
            <a:prstDash val="solid"/>
          </a:ln>
        </p:spPr>
      </p:sp>
      <p:sp>
        <p:nvSpPr>
          <p:cNvPr id="36" name="직사각형 35">
            <a:extLst>
              <a:ext uri="{FF2B5EF4-FFF2-40B4-BE49-F238E27FC236}">
                <a16:creationId xmlns:a16="http://schemas.microsoft.com/office/drawing/2014/main" id="{BDED23E4-CD38-4C36-969C-DFAB45BD329B}"/>
              </a:ext>
            </a:extLst>
          </p:cNvPr>
          <p:cNvSpPr>
            <a:spLocks noGrp="1"/>
          </p:cNvSpPr>
          <p:nvPr/>
        </p:nvSpPr>
        <p:spPr>
          <a:xfrm>
            <a:off x="1066800" y="5467350"/>
            <a:ext cx="10115550" cy="381000"/>
          </a:xfrm>
          <a:prstGeom prst="rect">
            <a:avLst/>
          </a:prstGeom>
          <a:noFill/>
          <a:ln w="0">
            <a:noFill/>
            <a:prstDash val="solid"/>
          </a:ln>
        </p:spPr>
        <p:txBody>
          <a:bodyPr lIns="0" tIns="0" rIns="0" bIns="0" anchor="ctr"/>
          <a:lstStyle/>
          <a:p>
            <a:pPr algn="ctr">
              <a:defRPr sz="1650" b="1">
                <a:solidFill>
                  <a:srgbClr val="FFFFFF"/>
                </a:solidFill>
                <a:latin typeface="Noto Sans KR"/>
                <a:ea typeface="Noto Sans KR"/>
                <a:cs typeface="Noto Sans KR"/>
              </a:defRPr>
            </a:pPr>
            <a:r>
              <a:rPr sz="1650" b="1">
                <a:solidFill>
                  <a:srgbClr val="FFFFFF"/>
                </a:solidFill>
                <a:latin typeface="Noto Sans KR"/>
                <a:ea typeface="Noto Sans KR"/>
                <a:cs typeface="Noto Sans KR"/>
              </a:rPr>
              <a:t>공통 산출물  |  출처가 연결된 실행 리포트</a:t>
            </a:r>
          </a:p>
        </p:txBody>
      </p:sp>
    </p:spTree>
    <p:extLst>
      <p:ext uri="{BB962C8B-B14F-4D97-AF65-F5344CB8AC3E}">
        <p14:creationId xmlns:p14="http://schemas.microsoft.com/office/powerpoint/2010/main" val="21430413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직사각형 36">
            <a:extLst>
              <a:ext uri="{FF2B5EF4-FFF2-40B4-BE49-F238E27FC236}">
                <a16:creationId xmlns:a16="http://schemas.microsoft.com/office/drawing/2014/main" id="{1C734DB1-B71E-457E-8242-43191A6B7EE8}"/>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HOW IT WORKS</a:t>
            </a:r>
          </a:p>
        </p:txBody>
      </p:sp>
      <p:sp>
        <p:nvSpPr>
          <p:cNvPr id="2" name="slide-5-title">
            <a:extLst>
              <a:ext uri="{FF2B5EF4-FFF2-40B4-BE49-F238E27FC236}">
                <a16:creationId xmlns:a16="http://schemas.microsoft.com/office/drawing/2014/main" id="{68FEB02F-1CBB-4B9D-AF92-E15A267D6D66}"/>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기업·제품 입력부터 실행 리포트까지 다섯 단계로 연결됩니다</a:t>
            </a:r>
          </a:p>
        </p:txBody>
      </p:sp>
      <p:sp>
        <p:nvSpPr>
          <p:cNvPr id="3" name="직사각형 2">
            <a:extLst>
              <a:ext uri="{FF2B5EF4-FFF2-40B4-BE49-F238E27FC236}">
                <a16:creationId xmlns:a16="http://schemas.microsoft.com/office/drawing/2014/main" id="{BBB37D1E-BA74-478C-AFE9-F49973C40D37}"/>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F60D6602-4063-4E5C-B4CB-DE51140F96A6}"/>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A2DE3872-48F5-496E-9877-055EEA1BBD88}"/>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DA5519C6-D5B7-4F8A-A0E7-BC3FC964450D}"/>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실제 구현 사용자 흐름</a:t>
            </a:r>
          </a:p>
        </p:txBody>
      </p:sp>
      <p:sp>
        <p:nvSpPr>
          <p:cNvPr id="7" name="직사각형 6">
            <a:extLst>
              <a:ext uri="{FF2B5EF4-FFF2-40B4-BE49-F238E27FC236}">
                <a16:creationId xmlns:a16="http://schemas.microsoft.com/office/drawing/2014/main" id="{E6C22554-6E95-49BF-9D68-2036764BA844}"/>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05</a:t>
            </a:r>
          </a:p>
        </p:txBody>
      </p:sp>
      <p:sp>
        <p:nvSpPr>
          <p:cNvPr id="9" name="타원 8">
            <a:extLst>
              <a:ext uri="{FF2B5EF4-FFF2-40B4-BE49-F238E27FC236}">
                <a16:creationId xmlns:a16="http://schemas.microsoft.com/office/drawing/2014/main" id="{714C4FD1-92E8-49D7-BFDE-6F809645E299}"/>
              </a:ext>
            </a:extLst>
          </p:cNvPr>
          <p:cNvSpPr>
            <a:spLocks noGrp="1"/>
          </p:cNvSpPr>
          <p:nvPr/>
        </p:nvSpPr>
        <p:spPr>
          <a:xfrm>
            <a:off x="1581150" y="2476500"/>
            <a:ext cx="800100" cy="800100"/>
          </a:xfrm>
          <a:prstGeom prst="ellipse">
            <a:avLst/>
          </a:prstGeom>
          <a:solidFill>
            <a:srgbClr val="051C2C"/>
          </a:solidFill>
          <a:ln w="0">
            <a:solidFill>
              <a:srgbClr val="051C2C"/>
            </a:solidFill>
            <a:prstDash val="solid"/>
          </a:ln>
        </p:spPr>
      </p:sp>
      <p:sp>
        <p:nvSpPr>
          <p:cNvPr id="10" name="직사각형 9">
            <a:extLst>
              <a:ext uri="{FF2B5EF4-FFF2-40B4-BE49-F238E27FC236}">
                <a16:creationId xmlns:a16="http://schemas.microsoft.com/office/drawing/2014/main" id="{39484587-3D8F-4649-88A6-FA211E786FB1}"/>
              </a:ext>
            </a:extLst>
          </p:cNvPr>
          <p:cNvSpPr>
            <a:spLocks noGrp="1"/>
          </p:cNvSpPr>
          <p:nvPr/>
        </p:nvSpPr>
        <p:spPr>
          <a:xfrm>
            <a:off x="1581150" y="2476500"/>
            <a:ext cx="800100" cy="800100"/>
          </a:xfrm>
          <a:prstGeom prst="rect">
            <a:avLst/>
          </a:prstGeom>
          <a:noFill/>
          <a:ln w="0">
            <a:noFill/>
            <a:prstDash val="solid"/>
          </a:ln>
        </p:spPr>
        <p:txBody>
          <a:bodyPr lIns="0" tIns="0" rIns="0" bIns="0" anchor="ctr"/>
          <a:lstStyle/>
          <a:p>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1</a:t>
            </a:r>
          </a:p>
        </p:txBody>
      </p:sp>
      <p:sp>
        <p:nvSpPr>
          <p:cNvPr id="11" name="직사각형 10">
            <a:extLst>
              <a:ext uri="{FF2B5EF4-FFF2-40B4-BE49-F238E27FC236}">
                <a16:creationId xmlns:a16="http://schemas.microsoft.com/office/drawing/2014/main" id="{17640F5E-4CEA-4D0A-BA92-295827AA518F}"/>
              </a:ext>
            </a:extLst>
          </p:cNvPr>
          <p:cNvSpPr>
            <a:spLocks noGrp="1"/>
          </p:cNvSpPr>
          <p:nvPr/>
        </p:nvSpPr>
        <p:spPr>
          <a:xfrm>
            <a:off x="914400" y="3543300"/>
            <a:ext cx="2133600" cy="381000"/>
          </a:xfrm>
          <a:prstGeom prst="rect">
            <a:avLst/>
          </a:prstGeom>
          <a:noFill/>
          <a:ln w="0">
            <a:noFill/>
            <a:prstDash val="solid"/>
          </a:ln>
        </p:spPr>
        <p:txBody>
          <a:bodyPr lIns="0" tIns="0" rIns="0" bIns="0" anchor="ctr"/>
          <a:lstStyle/>
          <a:p>
            <a:pPr algn="ctr">
              <a:defRPr sz="1575" b="1">
                <a:solidFill>
                  <a:srgbClr val="051C2C"/>
                </a:solidFill>
                <a:latin typeface="Noto Sans KR"/>
                <a:ea typeface="Noto Sans KR"/>
                <a:cs typeface="Noto Sans KR"/>
              </a:defRPr>
            </a:pPr>
            <a:r>
              <a:rPr sz="1575" b="1">
                <a:solidFill>
                  <a:srgbClr val="051C2C"/>
                </a:solidFill>
                <a:latin typeface="Noto Sans KR"/>
                <a:ea typeface="Noto Sans KR"/>
                <a:cs typeface="Noto Sans KR"/>
              </a:rPr>
              <a:t>기업 확인</a:t>
            </a:r>
          </a:p>
        </p:txBody>
      </p:sp>
      <p:sp>
        <p:nvSpPr>
          <p:cNvPr id="12" name="직사각형 11">
            <a:extLst>
              <a:ext uri="{FF2B5EF4-FFF2-40B4-BE49-F238E27FC236}">
                <a16:creationId xmlns:a16="http://schemas.microsoft.com/office/drawing/2014/main" id="{73A625E3-BDE2-4108-9D92-DD859A5A778D}"/>
              </a:ext>
            </a:extLst>
          </p:cNvPr>
          <p:cNvSpPr>
            <a:spLocks noGrp="1"/>
          </p:cNvSpPr>
          <p:nvPr/>
        </p:nvSpPr>
        <p:spPr>
          <a:xfrm>
            <a:off x="1028700" y="3981450"/>
            <a:ext cx="1905000" cy="5905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KICOX 공장·생산품</a:t>
            </a:r>
          </a:p>
        </p:txBody>
      </p:sp>
      <p:sp>
        <p:nvSpPr>
          <p:cNvPr id="13" name="직사각형 12">
            <a:extLst>
              <a:ext uri="{FF2B5EF4-FFF2-40B4-BE49-F238E27FC236}">
                <a16:creationId xmlns:a16="http://schemas.microsoft.com/office/drawing/2014/main" id="{25B45D54-5071-4F5C-9D18-5B9224FAC763}"/>
              </a:ext>
            </a:extLst>
          </p:cNvPr>
          <p:cNvSpPr>
            <a:spLocks noGrp="1"/>
          </p:cNvSpPr>
          <p:nvPr/>
        </p:nvSpPr>
        <p:spPr>
          <a:xfrm>
            <a:off x="2781300" y="2571750"/>
            <a:ext cx="552450" cy="590550"/>
          </a:xfrm>
          <a:prstGeom prst="rect">
            <a:avLst/>
          </a:prstGeom>
          <a:noFill/>
          <a:ln w="0">
            <a:noFill/>
            <a:prstDash val="solid"/>
          </a:ln>
        </p:spPr>
        <p:txBody>
          <a:bodyPr lIns="0" tIns="0" rIns="0" bIns="0" anchor="ctr"/>
          <a:lstStyle/>
          <a:p>
            <a:pPr algn="ctr">
              <a:defRPr sz="2250" b="1">
                <a:solidFill>
                  <a:srgbClr val="00A58A"/>
                </a:solidFill>
                <a:latin typeface="Noto Sans KR"/>
                <a:ea typeface="Noto Sans KR"/>
                <a:cs typeface="Noto Sans KR"/>
              </a:defRPr>
            </a:pPr>
            <a:r>
              <a:rPr sz="2250" b="1">
                <a:solidFill>
                  <a:srgbClr val="00A58A"/>
                </a:solidFill>
                <a:latin typeface="Noto Sans KR"/>
                <a:ea typeface="Noto Sans KR"/>
                <a:cs typeface="Noto Sans KR"/>
              </a:rPr>
              <a:t>→</a:t>
            </a:r>
          </a:p>
        </p:txBody>
      </p:sp>
      <p:sp>
        <p:nvSpPr>
          <p:cNvPr id="14" name="타원 13">
            <a:extLst>
              <a:ext uri="{FF2B5EF4-FFF2-40B4-BE49-F238E27FC236}">
                <a16:creationId xmlns:a16="http://schemas.microsoft.com/office/drawing/2014/main" id="{ED626EAE-5A15-434C-8DEB-0C4B838D7949}"/>
              </a:ext>
            </a:extLst>
          </p:cNvPr>
          <p:cNvSpPr>
            <a:spLocks noGrp="1"/>
          </p:cNvSpPr>
          <p:nvPr/>
        </p:nvSpPr>
        <p:spPr>
          <a:xfrm>
            <a:off x="3714750" y="2476500"/>
            <a:ext cx="800100" cy="800100"/>
          </a:xfrm>
          <a:prstGeom prst="ellipse">
            <a:avLst/>
          </a:prstGeom>
          <a:solidFill>
            <a:srgbClr val="051C2C"/>
          </a:solidFill>
          <a:ln w="0">
            <a:solidFill>
              <a:srgbClr val="051C2C"/>
            </a:solidFill>
            <a:prstDash val="solid"/>
          </a:ln>
        </p:spPr>
      </p:sp>
      <p:sp>
        <p:nvSpPr>
          <p:cNvPr id="15" name="직사각형 14">
            <a:extLst>
              <a:ext uri="{FF2B5EF4-FFF2-40B4-BE49-F238E27FC236}">
                <a16:creationId xmlns:a16="http://schemas.microsoft.com/office/drawing/2014/main" id="{550CB843-E02A-447C-83BE-544BCA38079D}"/>
              </a:ext>
            </a:extLst>
          </p:cNvPr>
          <p:cNvSpPr>
            <a:spLocks noGrp="1"/>
          </p:cNvSpPr>
          <p:nvPr/>
        </p:nvSpPr>
        <p:spPr>
          <a:xfrm>
            <a:off x="3714750" y="2476500"/>
            <a:ext cx="800100" cy="800100"/>
          </a:xfrm>
          <a:prstGeom prst="rect">
            <a:avLst/>
          </a:prstGeom>
          <a:noFill/>
          <a:ln w="0">
            <a:noFill/>
            <a:prstDash val="solid"/>
          </a:ln>
        </p:spPr>
        <p:txBody>
          <a:bodyPr lIns="0" tIns="0" rIns="0" bIns="0" anchor="ctr"/>
          <a:lstStyle/>
          <a:p>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2</a:t>
            </a:r>
          </a:p>
        </p:txBody>
      </p:sp>
      <p:sp>
        <p:nvSpPr>
          <p:cNvPr id="16" name="직사각형 15">
            <a:extLst>
              <a:ext uri="{FF2B5EF4-FFF2-40B4-BE49-F238E27FC236}">
                <a16:creationId xmlns:a16="http://schemas.microsoft.com/office/drawing/2014/main" id="{E3831528-E534-4B4C-8F16-177A25A32EAC}"/>
              </a:ext>
            </a:extLst>
          </p:cNvPr>
          <p:cNvSpPr>
            <a:spLocks noGrp="1"/>
          </p:cNvSpPr>
          <p:nvPr/>
        </p:nvSpPr>
        <p:spPr>
          <a:xfrm>
            <a:off x="3048000" y="3543300"/>
            <a:ext cx="2133600" cy="381000"/>
          </a:xfrm>
          <a:prstGeom prst="rect">
            <a:avLst/>
          </a:prstGeom>
          <a:noFill/>
          <a:ln w="0">
            <a:noFill/>
            <a:prstDash val="solid"/>
          </a:ln>
        </p:spPr>
        <p:txBody>
          <a:bodyPr lIns="0" tIns="0" rIns="0" bIns="0" anchor="ctr"/>
          <a:lstStyle/>
          <a:p>
            <a:pPr algn="ctr">
              <a:defRPr sz="1575" b="1">
                <a:solidFill>
                  <a:srgbClr val="051C2C"/>
                </a:solidFill>
                <a:latin typeface="Noto Sans KR"/>
                <a:ea typeface="Noto Sans KR"/>
                <a:cs typeface="Noto Sans KR"/>
              </a:defRPr>
            </a:pPr>
            <a:r>
              <a:rPr sz="1575" b="1">
                <a:solidFill>
                  <a:srgbClr val="051C2C"/>
                </a:solidFill>
                <a:latin typeface="Noto Sans KR"/>
                <a:ea typeface="Noto Sans KR"/>
                <a:cs typeface="Noto Sans KR"/>
              </a:rPr>
              <a:t>품목 확정</a:t>
            </a:r>
          </a:p>
        </p:txBody>
      </p:sp>
      <p:sp>
        <p:nvSpPr>
          <p:cNvPr id="17" name="직사각형 16">
            <a:extLst>
              <a:ext uri="{FF2B5EF4-FFF2-40B4-BE49-F238E27FC236}">
                <a16:creationId xmlns:a16="http://schemas.microsoft.com/office/drawing/2014/main" id="{F455F97C-3687-473B-A549-86D1A1DE71B4}"/>
              </a:ext>
            </a:extLst>
          </p:cNvPr>
          <p:cNvSpPr>
            <a:spLocks noGrp="1"/>
          </p:cNvSpPr>
          <p:nvPr/>
        </p:nvSpPr>
        <p:spPr>
          <a:xfrm>
            <a:off x="3162300" y="3981450"/>
            <a:ext cx="1905000" cy="5905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HS·HSK 사용자 확인</a:t>
            </a:r>
          </a:p>
        </p:txBody>
      </p:sp>
      <p:sp>
        <p:nvSpPr>
          <p:cNvPr id="18" name="직사각형 17">
            <a:extLst>
              <a:ext uri="{FF2B5EF4-FFF2-40B4-BE49-F238E27FC236}">
                <a16:creationId xmlns:a16="http://schemas.microsoft.com/office/drawing/2014/main" id="{A74DED65-3455-48AB-A145-4810E2486C80}"/>
              </a:ext>
            </a:extLst>
          </p:cNvPr>
          <p:cNvSpPr>
            <a:spLocks noGrp="1"/>
          </p:cNvSpPr>
          <p:nvPr/>
        </p:nvSpPr>
        <p:spPr>
          <a:xfrm>
            <a:off x="4914900" y="2571750"/>
            <a:ext cx="552450" cy="590550"/>
          </a:xfrm>
          <a:prstGeom prst="rect">
            <a:avLst/>
          </a:prstGeom>
          <a:noFill/>
          <a:ln w="0">
            <a:noFill/>
            <a:prstDash val="solid"/>
          </a:ln>
        </p:spPr>
        <p:txBody>
          <a:bodyPr lIns="0" tIns="0" rIns="0" bIns="0" anchor="ctr"/>
          <a:lstStyle/>
          <a:p>
            <a:pPr algn="ctr">
              <a:defRPr sz="2250" b="1">
                <a:solidFill>
                  <a:srgbClr val="00A58A"/>
                </a:solidFill>
                <a:latin typeface="Noto Sans KR"/>
                <a:ea typeface="Noto Sans KR"/>
                <a:cs typeface="Noto Sans KR"/>
              </a:defRPr>
            </a:pPr>
            <a:r>
              <a:rPr sz="2250" b="1">
                <a:solidFill>
                  <a:srgbClr val="00A58A"/>
                </a:solidFill>
                <a:latin typeface="Noto Sans KR"/>
                <a:ea typeface="Noto Sans KR"/>
                <a:cs typeface="Noto Sans KR"/>
              </a:rPr>
              <a:t>→</a:t>
            </a:r>
          </a:p>
        </p:txBody>
      </p:sp>
      <p:sp>
        <p:nvSpPr>
          <p:cNvPr id="19" name="타원 18">
            <a:extLst>
              <a:ext uri="{FF2B5EF4-FFF2-40B4-BE49-F238E27FC236}">
                <a16:creationId xmlns:a16="http://schemas.microsoft.com/office/drawing/2014/main" id="{9CB17123-E7B4-4D70-99B3-E608429ED511}"/>
              </a:ext>
            </a:extLst>
          </p:cNvPr>
          <p:cNvSpPr>
            <a:spLocks noGrp="1"/>
          </p:cNvSpPr>
          <p:nvPr/>
        </p:nvSpPr>
        <p:spPr>
          <a:xfrm>
            <a:off x="5848350" y="2476500"/>
            <a:ext cx="800100" cy="800100"/>
          </a:xfrm>
          <a:prstGeom prst="ellipse">
            <a:avLst/>
          </a:prstGeom>
          <a:solidFill>
            <a:srgbClr val="051C2C"/>
          </a:solidFill>
          <a:ln w="0">
            <a:solidFill>
              <a:srgbClr val="051C2C"/>
            </a:solidFill>
            <a:prstDash val="solid"/>
          </a:ln>
        </p:spPr>
      </p:sp>
      <p:sp>
        <p:nvSpPr>
          <p:cNvPr id="20" name="직사각형 19">
            <a:extLst>
              <a:ext uri="{FF2B5EF4-FFF2-40B4-BE49-F238E27FC236}">
                <a16:creationId xmlns:a16="http://schemas.microsoft.com/office/drawing/2014/main" id="{F79B94C3-8416-49E9-B55E-A4342F082F04}"/>
              </a:ext>
            </a:extLst>
          </p:cNvPr>
          <p:cNvSpPr>
            <a:spLocks noGrp="1"/>
          </p:cNvSpPr>
          <p:nvPr/>
        </p:nvSpPr>
        <p:spPr>
          <a:xfrm>
            <a:off x="5848350" y="2476500"/>
            <a:ext cx="800100" cy="800100"/>
          </a:xfrm>
          <a:prstGeom prst="rect">
            <a:avLst/>
          </a:prstGeom>
          <a:noFill/>
          <a:ln w="0">
            <a:noFill/>
            <a:prstDash val="solid"/>
          </a:ln>
        </p:spPr>
        <p:txBody>
          <a:bodyPr lIns="0" tIns="0" rIns="0" bIns="0" anchor="ctr"/>
          <a:lstStyle/>
          <a:p>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3</a:t>
            </a:r>
          </a:p>
        </p:txBody>
      </p:sp>
      <p:sp>
        <p:nvSpPr>
          <p:cNvPr id="21" name="직사각형 20">
            <a:extLst>
              <a:ext uri="{FF2B5EF4-FFF2-40B4-BE49-F238E27FC236}">
                <a16:creationId xmlns:a16="http://schemas.microsoft.com/office/drawing/2014/main" id="{B5B86602-ED9E-4420-8576-C8BF8B4BDCAD}"/>
              </a:ext>
            </a:extLst>
          </p:cNvPr>
          <p:cNvSpPr>
            <a:spLocks noGrp="1"/>
          </p:cNvSpPr>
          <p:nvPr/>
        </p:nvSpPr>
        <p:spPr>
          <a:xfrm>
            <a:off x="5181600" y="3543300"/>
            <a:ext cx="2133600" cy="381000"/>
          </a:xfrm>
          <a:prstGeom prst="rect">
            <a:avLst/>
          </a:prstGeom>
          <a:noFill/>
          <a:ln w="0">
            <a:noFill/>
            <a:prstDash val="solid"/>
          </a:ln>
        </p:spPr>
        <p:txBody>
          <a:bodyPr lIns="0" tIns="0" rIns="0" bIns="0" anchor="ctr"/>
          <a:lstStyle/>
          <a:p>
            <a:pPr algn="ctr">
              <a:defRPr sz="1575" b="1">
                <a:solidFill>
                  <a:srgbClr val="051C2C"/>
                </a:solidFill>
                <a:latin typeface="Noto Sans KR"/>
                <a:ea typeface="Noto Sans KR"/>
                <a:cs typeface="Noto Sans KR"/>
              </a:defRPr>
            </a:pPr>
            <a:r>
              <a:rPr sz="1575" b="1">
                <a:solidFill>
                  <a:srgbClr val="051C2C"/>
                </a:solidFill>
                <a:latin typeface="Noto Sans KR"/>
                <a:ea typeface="Noto Sans KR"/>
                <a:cs typeface="Noto Sans KR"/>
              </a:rPr>
              <a:t>후보국 Top 3</a:t>
            </a:r>
          </a:p>
        </p:txBody>
      </p:sp>
      <p:sp>
        <p:nvSpPr>
          <p:cNvPr id="22" name="직사각형 21">
            <a:extLst>
              <a:ext uri="{FF2B5EF4-FFF2-40B4-BE49-F238E27FC236}">
                <a16:creationId xmlns:a16="http://schemas.microsoft.com/office/drawing/2014/main" id="{13FC1CBF-83B9-47B6-B561-5E32D3A029AF}"/>
              </a:ext>
            </a:extLst>
          </p:cNvPr>
          <p:cNvSpPr>
            <a:spLocks noGrp="1"/>
          </p:cNvSpPr>
          <p:nvPr/>
        </p:nvSpPr>
        <p:spPr>
          <a:xfrm>
            <a:off x="5295900" y="3981450"/>
            <a:ext cx="1905000" cy="5905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시장·규제·결제 근거</a:t>
            </a:r>
          </a:p>
        </p:txBody>
      </p:sp>
      <p:sp>
        <p:nvSpPr>
          <p:cNvPr id="23" name="직사각형 22">
            <a:extLst>
              <a:ext uri="{FF2B5EF4-FFF2-40B4-BE49-F238E27FC236}">
                <a16:creationId xmlns:a16="http://schemas.microsoft.com/office/drawing/2014/main" id="{0871844E-B298-4898-87A1-49CB3D5BCF2C}"/>
              </a:ext>
            </a:extLst>
          </p:cNvPr>
          <p:cNvSpPr>
            <a:spLocks noGrp="1"/>
          </p:cNvSpPr>
          <p:nvPr/>
        </p:nvSpPr>
        <p:spPr>
          <a:xfrm>
            <a:off x="7048500" y="2571750"/>
            <a:ext cx="552450" cy="590550"/>
          </a:xfrm>
          <a:prstGeom prst="rect">
            <a:avLst/>
          </a:prstGeom>
          <a:noFill/>
          <a:ln w="0">
            <a:noFill/>
            <a:prstDash val="solid"/>
          </a:ln>
        </p:spPr>
        <p:txBody>
          <a:bodyPr lIns="0" tIns="0" rIns="0" bIns="0" anchor="ctr"/>
          <a:lstStyle/>
          <a:p>
            <a:pPr algn="ctr">
              <a:defRPr sz="2250" b="1">
                <a:solidFill>
                  <a:srgbClr val="00A58A"/>
                </a:solidFill>
                <a:latin typeface="Noto Sans KR"/>
                <a:ea typeface="Noto Sans KR"/>
                <a:cs typeface="Noto Sans KR"/>
              </a:defRPr>
            </a:pPr>
            <a:r>
              <a:rPr sz="2250" b="1">
                <a:solidFill>
                  <a:srgbClr val="00A58A"/>
                </a:solidFill>
                <a:latin typeface="Noto Sans KR"/>
                <a:ea typeface="Noto Sans KR"/>
                <a:cs typeface="Noto Sans KR"/>
              </a:rPr>
              <a:t>→</a:t>
            </a:r>
          </a:p>
        </p:txBody>
      </p:sp>
      <p:sp>
        <p:nvSpPr>
          <p:cNvPr id="24" name="타원 23">
            <a:extLst>
              <a:ext uri="{FF2B5EF4-FFF2-40B4-BE49-F238E27FC236}">
                <a16:creationId xmlns:a16="http://schemas.microsoft.com/office/drawing/2014/main" id="{7C674E69-30A5-49E2-855C-7C06C8C6CF6A}"/>
              </a:ext>
            </a:extLst>
          </p:cNvPr>
          <p:cNvSpPr>
            <a:spLocks noGrp="1"/>
          </p:cNvSpPr>
          <p:nvPr/>
        </p:nvSpPr>
        <p:spPr>
          <a:xfrm>
            <a:off x="7981950" y="2476500"/>
            <a:ext cx="800100" cy="800100"/>
          </a:xfrm>
          <a:prstGeom prst="ellipse">
            <a:avLst/>
          </a:prstGeom>
          <a:solidFill>
            <a:srgbClr val="051C2C"/>
          </a:solidFill>
          <a:ln w="0">
            <a:solidFill>
              <a:srgbClr val="051C2C"/>
            </a:solidFill>
            <a:prstDash val="solid"/>
          </a:ln>
        </p:spPr>
      </p:sp>
      <p:sp>
        <p:nvSpPr>
          <p:cNvPr id="25" name="직사각형 24">
            <a:extLst>
              <a:ext uri="{FF2B5EF4-FFF2-40B4-BE49-F238E27FC236}">
                <a16:creationId xmlns:a16="http://schemas.microsoft.com/office/drawing/2014/main" id="{69293322-7BF1-4CB0-A673-DF266C861C77}"/>
              </a:ext>
            </a:extLst>
          </p:cNvPr>
          <p:cNvSpPr>
            <a:spLocks noGrp="1"/>
          </p:cNvSpPr>
          <p:nvPr/>
        </p:nvSpPr>
        <p:spPr>
          <a:xfrm>
            <a:off x="7981950" y="2476500"/>
            <a:ext cx="800100" cy="800100"/>
          </a:xfrm>
          <a:prstGeom prst="rect">
            <a:avLst/>
          </a:prstGeom>
          <a:noFill/>
          <a:ln w="0">
            <a:noFill/>
            <a:prstDash val="solid"/>
          </a:ln>
        </p:spPr>
        <p:txBody>
          <a:bodyPr lIns="0" tIns="0" rIns="0" bIns="0" anchor="ctr"/>
          <a:lstStyle/>
          <a:p>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4</a:t>
            </a:r>
          </a:p>
        </p:txBody>
      </p:sp>
      <p:sp>
        <p:nvSpPr>
          <p:cNvPr id="26" name="직사각형 25">
            <a:extLst>
              <a:ext uri="{FF2B5EF4-FFF2-40B4-BE49-F238E27FC236}">
                <a16:creationId xmlns:a16="http://schemas.microsoft.com/office/drawing/2014/main" id="{ECE9ED2D-D1C6-4D46-9079-FE8DA9176CA3}"/>
              </a:ext>
            </a:extLst>
          </p:cNvPr>
          <p:cNvSpPr>
            <a:spLocks noGrp="1"/>
          </p:cNvSpPr>
          <p:nvPr/>
        </p:nvSpPr>
        <p:spPr>
          <a:xfrm>
            <a:off x="7315200" y="3543300"/>
            <a:ext cx="2133600" cy="381000"/>
          </a:xfrm>
          <a:prstGeom prst="rect">
            <a:avLst/>
          </a:prstGeom>
          <a:noFill/>
          <a:ln w="0">
            <a:noFill/>
            <a:prstDash val="solid"/>
          </a:ln>
        </p:spPr>
        <p:txBody>
          <a:bodyPr lIns="0" tIns="0" rIns="0" bIns="0" anchor="ctr"/>
          <a:lstStyle/>
          <a:p>
            <a:pPr algn="ctr">
              <a:defRPr sz="1575" b="1">
                <a:solidFill>
                  <a:srgbClr val="051C2C"/>
                </a:solidFill>
                <a:latin typeface="Noto Sans KR"/>
                <a:ea typeface="Noto Sans KR"/>
                <a:cs typeface="Noto Sans KR"/>
              </a:defRPr>
            </a:pPr>
            <a:r>
              <a:rPr sz="1575" b="1">
                <a:solidFill>
                  <a:srgbClr val="051C2C"/>
                </a:solidFill>
                <a:latin typeface="Noto Sans KR"/>
                <a:ea typeface="Noto Sans KR"/>
                <a:cs typeface="Noto Sans KR"/>
              </a:rPr>
              <a:t>국가 상세</a:t>
            </a:r>
          </a:p>
        </p:txBody>
      </p:sp>
      <p:sp>
        <p:nvSpPr>
          <p:cNvPr id="27" name="직사각형 26">
            <a:extLst>
              <a:ext uri="{FF2B5EF4-FFF2-40B4-BE49-F238E27FC236}">
                <a16:creationId xmlns:a16="http://schemas.microsoft.com/office/drawing/2014/main" id="{DA68934D-E405-4D56-A659-C8DB01C15062}"/>
              </a:ext>
            </a:extLst>
          </p:cNvPr>
          <p:cNvSpPr>
            <a:spLocks noGrp="1"/>
          </p:cNvSpPr>
          <p:nvPr/>
        </p:nvSpPr>
        <p:spPr>
          <a:xfrm>
            <a:off x="7429500" y="3981450"/>
            <a:ext cx="1905000" cy="5905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기회와 준비도 분리</a:t>
            </a:r>
          </a:p>
        </p:txBody>
      </p:sp>
      <p:sp>
        <p:nvSpPr>
          <p:cNvPr id="28" name="직사각형 27">
            <a:extLst>
              <a:ext uri="{FF2B5EF4-FFF2-40B4-BE49-F238E27FC236}">
                <a16:creationId xmlns:a16="http://schemas.microsoft.com/office/drawing/2014/main" id="{0C2226F2-AD79-46D3-A303-62666570A41C}"/>
              </a:ext>
            </a:extLst>
          </p:cNvPr>
          <p:cNvSpPr>
            <a:spLocks noGrp="1"/>
          </p:cNvSpPr>
          <p:nvPr/>
        </p:nvSpPr>
        <p:spPr>
          <a:xfrm>
            <a:off x="9182100" y="2571750"/>
            <a:ext cx="552450" cy="590550"/>
          </a:xfrm>
          <a:prstGeom prst="rect">
            <a:avLst/>
          </a:prstGeom>
          <a:noFill/>
          <a:ln w="0">
            <a:noFill/>
            <a:prstDash val="solid"/>
          </a:ln>
        </p:spPr>
        <p:txBody>
          <a:bodyPr lIns="0" tIns="0" rIns="0" bIns="0" anchor="ctr"/>
          <a:lstStyle/>
          <a:p>
            <a:pPr algn="ctr">
              <a:defRPr sz="2250" b="1">
                <a:solidFill>
                  <a:srgbClr val="00A58A"/>
                </a:solidFill>
                <a:latin typeface="Noto Sans KR"/>
                <a:ea typeface="Noto Sans KR"/>
                <a:cs typeface="Noto Sans KR"/>
              </a:defRPr>
            </a:pPr>
            <a:r>
              <a:rPr sz="2250" b="1">
                <a:solidFill>
                  <a:srgbClr val="00A58A"/>
                </a:solidFill>
                <a:latin typeface="Noto Sans KR"/>
                <a:ea typeface="Noto Sans KR"/>
                <a:cs typeface="Noto Sans KR"/>
              </a:rPr>
              <a:t>→</a:t>
            </a:r>
          </a:p>
        </p:txBody>
      </p:sp>
      <p:sp>
        <p:nvSpPr>
          <p:cNvPr id="29" name="타원 28">
            <a:extLst>
              <a:ext uri="{FF2B5EF4-FFF2-40B4-BE49-F238E27FC236}">
                <a16:creationId xmlns:a16="http://schemas.microsoft.com/office/drawing/2014/main" id="{07A6AB54-8E31-4CD2-B694-65612C9D88CA}"/>
              </a:ext>
            </a:extLst>
          </p:cNvPr>
          <p:cNvSpPr>
            <a:spLocks noGrp="1"/>
          </p:cNvSpPr>
          <p:nvPr/>
        </p:nvSpPr>
        <p:spPr>
          <a:xfrm>
            <a:off x="10115550" y="2476500"/>
            <a:ext cx="800100" cy="800100"/>
          </a:xfrm>
          <a:prstGeom prst="ellipse">
            <a:avLst/>
          </a:prstGeom>
          <a:solidFill>
            <a:srgbClr val="00A58A"/>
          </a:solidFill>
          <a:ln w="0">
            <a:solidFill>
              <a:srgbClr val="00A58A"/>
            </a:solidFill>
            <a:prstDash val="solid"/>
          </a:ln>
        </p:spPr>
      </p:sp>
      <p:sp>
        <p:nvSpPr>
          <p:cNvPr id="30" name="직사각형 29">
            <a:extLst>
              <a:ext uri="{FF2B5EF4-FFF2-40B4-BE49-F238E27FC236}">
                <a16:creationId xmlns:a16="http://schemas.microsoft.com/office/drawing/2014/main" id="{25BE8E5F-D3AE-4C49-B58D-6723CD9D1BD2}"/>
              </a:ext>
            </a:extLst>
          </p:cNvPr>
          <p:cNvSpPr>
            <a:spLocks noGrp="1"/>
          </p:cNvSpPr>
          <p:nvPr/>
        </p:nvSpPr>
        <p:spPr>
          <a:xfrm>
            <a:off x="10115550" y="2476500"/>
            <a:ext cx="800100" cy="800100"/>
          </a:xfrm>
          <a:prstGeom prst="rect">
            <a:avLst/>
          </a:prstGeom>
          <a:noFill/>
          <a:ln w="0">
            <a:noFill/>
            <a:prstDash val="solid"/>
          </a:ln>
        </p:spPr>
        <p:txBody>
          <a:bodyPr lIns="0" tIns="0" rIns="0" bIns="0" anchor="ctr"/>
          <a:lstStyle/>
          <a:p>
            <a:pPr algn="ctr">
              <a:defRPr sz="1800" b="1">
                <a:solidFill>
                  <a:srgbClr val="FFFFFF"/>
                </a:solidFill>
                <a:latin typeface="Noto Sans KR"/>
                <a:ea typeface="Noto Sans KR"/>
                <a:cs typeface="Noto Sans KR"/>
              </a:defRPr>
            </a:pPr>
            <a:r>
              <a:rPr sz="1800" b="1">
                <a:solidFill>
                  <a:srgbClr val="FFFFFF"/>
                </a:solidFill>
                <a:latin typeface="Noto Sans KR"/>
                <a:ea typeface="Noto Sans KR"/>
                <a:cs typeface="Noto Sans KR"/>
              </a:rPr>
              <a:t>5</a:t>
            </a:r>
          </a:p>
        </p:txBody>
      </p:sp>
      <p:sp>
        <p:nvSpPr>
          <p:cNvPr id="31" name="직사각형 30">
            <a:extLst>
              <a:ext uri="{FF2B5EF4-FFF2-40B4-BE49-F238E27FC236}">
                <a16:creationId xmlns:a16="http://schemas.microsoft.com/office/drawing/2014/main" id="{61622B23-1EEF-4960-9ACF-7207DF7CF304}"/>
              </a:ext>
            </a:extLst>
          </p:cNvPr>
          <p:cNvSpPr>
            <a:spLocks noGrp="1"/>
          </p:cNvSpPr>
          <p:nvPr/>
        </p:nvSpPr>
        <p:spPr>
          <a:xfrm>
            <a:off x="9448800" y="3543300"/>
            <a:ext cx="2133600" cy="381000"/>
          </a:xfrm>
          <a:prstGeom prst="rect">
            <a:avLst/>
          </a:prstGeom>
          <a:noFill/>
          <a:ln w="0">
            <a:noFill/>
            <a:prstDash val="solid"/>
          </a:ln>
        </p:spPr>
        <p:txBody>
          <a:bodyPr lIns="0" tIns="0" rIns="0" bIns="0" anchor="ctr"/>
          <a:lstStyle/>
          <a:p>
            <a:pPr algn="ctr">
              <a:defRPr sz="1575" b="1">
                <a:solidFill>
                  <a:srgbClr val="051C2C"/>
                </a:solidFill>
                <a:latin typeface="Noto Sans KR"/>
                <a:ea typeface="Noto Sans KR"/>
                <a:cs typeface="Noto Sans KR"/>
              </a:defRPr>
            </a:pPr>
            <a:r>
              <a:rPr sz="1575" b="1">
                <a:solidFill>
                  <a:srgbClr val="051C2C"/>
                </a:solidFill>
                <a:latin typeface="Noto Sans KR"/>
                <a:ea typeface="Noto Sans KR"/>
                <a:cs typeface="Noto Sans KR"/>
              </a:rPr>
              <a:t>실행 리포트</a:t>
            </a:r>
          </a:p>
        </p:txBody>
      </p:sp>
      <p:sp>
        <p:nvSpPr>
          <p:cNvPr id="32" name="직사각형 31">
            <a:extLst>
              <a:ext uri="{FF2B5EF4-FFF2-40B4-BE49-F238E27FC236}">
                <a16:creationId xmlns:a16="http://schemas.microsoft.com/office/drawing/2014/main" id="{9BDC2941-68EF-48CF-8522-4AE4817C43CF}"/>
              </a:ext>
            </a:extLst>
          </p:cNvPr>
          <p:cNvSpPr>
            <a:spLocks noGrp="1"/>
          </p:cNvSpPr>
          <p:nvPr/>
        </p:nvSpPr>
        <p:spPr>
          <a:xfrm>
            <a:off x="9563100" y="3981450"/>
            <a:ext cx="1905000" cy="5905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조건부 판단·행동·PDF</a:t>
            </a:r>
          </a:p>
        </p:txBody>
      </p:sp>
      <p:sp>
        <p:nvSpPr>
          <p:cNvPr id="33" name="사각형: 둥근 모서리 32">
            <a:extLst>
              <a:ext uri="{FF2B5EF4-FFF2-40B4-BE49-F238E27FC236}">
                <a16:creationId xmlns:a16="http://schemas.microsoft.com/office/drawing/2014/main" id="{2DFEC829-210A-4246-A61C-8E796D23AA45}"/>
              </a:ext>
            </a:extLst>
          </p:cNvPr>
          <p:cNvSpPr>
            <a:spLocks noGrp="1"/>
          </p:cNvSpPr>
          <p:nvPr/>
        </p:nvSpPr>
        <p:spPr>
          <a:xfrm>
            <a:off x="1524000" y="5124450"/>
            <a:ext cx="9144000" cy="666750"/>
          </a:xfrm>
          <a:prstGeom prst="roundRect">
            <a:avLst>
              <a:gd name="adj" fmla="val 17143"/>
            </a:avLst>
          </a:prstGeom>
          <a:solidFill>
            <a:srgbClr val="E3F6F2"/>
          </a:solidFill>
          <a:ln w="0">
            <a:solidFill>
              <a:srgbClr val="E3F6F2"/>
            </a:solidFill>
            <a:prstDash val="solid"/>
          </a:ln>
        </p:spPr>
      </p:sp>
      <p:sp>
        <p:nvSpPr>
          <p:cNvPr id="34" name="직사각형 33">
            <a:extLst>
              <a:ext uri="{FF2B5EF4-FFF2-40B4-BE49-F238E27FC236}">
                <a16:creationId xmlns:a16="http://schemas.microsoft.com/office/drawing/2014/main" id="{CC82406E-8B0A-4EA4-954F-B09527A03606}"/>
              </a:ext>
            </a:extLst>
          </p:cNvPr>
          <p:cNvSpPr>
            <a:spLocks noGrp="1"/>
          </p:cNvSpPr>
          <p:nvPr/>
        </p:nvSpPr>
        <p:spPr>
          <a:xfrm>
            <a:off x="1866900" y="5238750"/>
            <a:ext cx="1714500" cy="438150"/>
          </a:xfrm>
          <a:prstGeom prst="rect">
            <a:avLst/>
          </a:prstGeom>
          <a:noFill/>
          <a:ln w="0">
            <a:noFill/>
            <a:prstDash val="solid"/>
          </a:ln>
        </p:spPr>
        <p:txBody>
          <a:bodyPr lIns="0" tIns="0" rIns="0" bIns="0" anchor="ctr"/>
          <a:lstStyle/>
          <a:p>
            <a:pPr algn="ctr">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INPUT</a:t>
            </a:r>
          </a:p>
        </p:txBody>
      </p:sp>
      <p:sp>
        <p:nvSpPr>
          <p:cNvPr id="35" name="직사각형 34">
            <a:extLst>
              <a:ext uri="{FF2B5EF4-FFF2-40B4-BE49-F238E27FC236}">
                <a16:creationId xmlns:a16="http://schemas.microsoft.com/office/drawing/2014/main" id="{9363615D-97FC-4DF8-A0C3-64010D79F397}"/>
              </a:ext>
            </a:extLst>
          </p:cNvPr>
          <p:cNvSpPr>
            <a:spLocks noGrp="1"/>
          </p:cNvSpPr>
          <p:nvPr/>
        </p:nvSpPr>
        <p:spPr>
          <a:xfrm>
            <a:off x="4781550" y="5238750"/>
            <a:ext cx="2628900" cy="43815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  JUDGMENT  →</a:t>
            </a:r>
          </a:p>
        </p:txBody>
      </p:sp>
      <p:sp>
        <p:nvSpPr>
          <p:cNvPr id="36" name="직사각형 35">
            <a:extLst>
              <a:ext uri="{FF2B5EF4-FFF2-40B4-BE49-F238E27FC236}">
                <a16:creationId xmlns:a16="http://schemas.microsoft.com/office/drawing/2014/main" id="{53236C55-3AB7-43DE-AC08-FEA9E312C2EA}"/>
              </a:ext>
            </a:extLst>
          </p:cNvPr>
          <p:cNvSpPr>
            <a:spLocks noGrp="1"/>
          </p:cNvSpPr>
          <p:nvPr/>
        </p:nvSpPr>
        <p:spPr>
          <a:xfrm>
            <a:off x="8572500" y="5238750"/>
            <a:ext cx="1714500" cy="438150"/>
          </a:xfrm>
          <a:prstGeom prst="rect">
            <a:avLst/>
          </a:prstGeom>
          <a:noFill/>
          <a:ln w="0">
            <a:noFill/>
            <a:prstDash val="solid"/>
          </a:ln>
        </p:spPr>
        <p:txBody>
          <a:bodyPr lIns="0" tIns="0" rIns="0" bIns="0" anchor="ctr"/>
          <a:lstStyle/>
          <a:p>
            <a:pPr algn="ctr">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ACTION</a:t>
            </a:r>
          </a:p>
        </p:txBody>
      </p:sp>
    </p:spTree>
    <p:extLst>
      <p:ext uri="{BB962C8B-B14F-4D97-AF65-F5344CB8AC3E}">
        <p14:creationId xmlns:p14="http://schemas.microsoft.com/office/powerpoint/2010/main" val="1294807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직사각형 25">
            <a:extLst>
              <a:ext uri="{FF2B5EF4-FFF2-40B4-BE49-F238E27FC236}">
                <a16:creationId xmlns:a16="http://schemas.microsoft.com/office/drawing/2014/main" id="{D6AF42D0-7762-4D5E-BD83-8CA08BECDF08}"/>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LIVE PRODUCT · STEP 1–2</a:t>
            </a:r>
          </a:p>
        </p:txBody>
      </p:sp>
      <p:sp>
        <p:nvSpPr>
          <p:cNvPr id="2" name="slide-6-title">
            <a:extLst>
              <a:ext uri="{FF2B5EF4-FFF2-40B4-BE49-F238E27FC236}">
                <a16:creationId xmlns:a16="http://schemas.microsoft.com/office/drawing/2014/main" id="{895DB8D0-B914-4FA7-A6B9-3ED010E9ABD1}"/>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기업과 HSK10을 먼저 확정해 AI 분석의 기준을 고정합니다</a:t>
            </a:r>
          </a:p>
        </p:txBody>
      </p:sp>
      <p:sp>
        <p:nvSpPr>
          <p:cNvPr id="3" name="직사각형 2">
            <a:extLst>
              <a:ext uri="{FF2B5EF4-FFF2-40B4-BE49-F238E27FC236}">
                <a16:creationId xmlns:a16="http://schemas.microsoft.com/office/drawing/2014/main" id="{A78AFF25-5F14-4C60-90A6-0A1A111B2233}"/>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5D9D715A-347A-4D6D-B156-5D9E35AEF577}"/>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663CC075-D9C2-468F-9F2C-0390BE8134EF}"/>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2FA002C7-B43A-4D8B-AD6C-58B3D19332C7}"/>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실제 구현 영상 · KICOX 기업정보 + 관세청 품목코드</a:t>
            </a:r>
          </a:p>
        </p:txBody>
      </p:sp>
      <p:sp>
        <p:nvSpPr>
          <p:cNvPr id="7" name="직사각형 6">
            <a:extLst>
              <a:ext uri="{FF2B5EF4-FFF2-40B4-BE49-F238E27FC236}">
                <a16:creationId xmlns:a16="http://schemas.microsoft.com/office/drawing/2014/main" id="{8927E12F-15DC-4952-B076-312DE86A64B5}"/>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06</a:t>
            </a:r>
          </a:p>
        </p:txBody>
      </p:sp>
      <p:sp>
        <p:nvSpPr>
          <p:cNvPr id="8" name="사각형: 둥근 모서리 7">
            <a:extLst>
              <a:ext uri="{FF2B5EF4-FFF2-40B4-BE49-F238E27FC236}">
                <a16:creationId xmlns:a16="http://schemas.microsoft.com/office/drawing/2014/main" id="{64C3C25F-0814-4403-80EF-2212A8AA3485}"/>
              </a:ext>
            </a:extLst>
          </p:cNvPr>
          <p:cNvSpPr>
            <a:spLocks noGrp="1"/>
          </p:cNvSpPr>
          <p:nvPr/>
        </p:nvSpPr>
        <p:spPr>
          <a:xfrm>
            <a:off x="552450" y="1409700"/>
            <a:ext cx="7353300" cy="3219450"/>
          </a:xfrm>
          <a:prstGeom prst="roundRect">
            <a:avLst>
              <a:gd name="adj" fmla="val 3550"/>
            </a:avLst>
          </a:prstGeom>
          <a:solidFill>
            <a:srgbClr val="FFFFFF"/>
          </a:solidFill>
          <a:ln w="9525">
            <a:solidFill>
              <a:srgbClr val="D7DEE2"/>
            </a:solidFill>
            <a:prstDash val="solid"/>
          </a:ln>
        </p:spPr>
      </p:sp>
      <p:sp>
        <p:nvSpPr>
          <p:cNvPr id="9" name="사각형: 둥근 모서리 8">
            <a:extLst>
              <a:ext uri="{FF2B5EF4-FFF2-40B4-BE49-F238E27FC236}">
                <a16:creationId xmlns:a16="http://schemas.microsoft.com/office/drawing/2014/main" id="{0EB0E1B4-57EF-4604-9969-D5917659802A}"/>
              </a:ext>
            </a:extLst>
          </p:cNvPr>
          <p:cNvSpPr>
            <a:spLocks noGrp="1"/>
          </p:cNvSpPr>
          <p:nvPr/>
        </p:nvSpPr>
        <p:spPr>
          <a:xfrm>
            <a:off x="742950" y="1600200"/>
            <a:ext cx="2247900" cy="285750"/>
          </a:xfrm>
          <a:prstGeom prst="roundRect">
            <a:avLst>
              <a:gd name="adj" fmla="val 40000"/>
            </a:avLst>
          </a:prstGeom>
          <a:solidFill>
            <a:srgbClr val="051C2C"/>
          </a:solidFill>
          <a:ln w="0">
            <a:solidFill>
              <a:srgbClr val="051C2C"/>
            </a:solidFill>
            <a:prstDash val="solid"/>
          </a:ln>
        </p:spPr>
      </p:sp>
      <p:sp>
        <p:nvSpPr>
          <p:cNvPr id="10" name="직사각형 9">
            <a:extLst>
              <a:ext uri="{FF2B5EF4-FFF2-40B4-BE49-F238E27FC236}">
                <a16:creationId xmlns:a16="http://schemas.microsoft.com/office/drawing/2014/main" id="{D7F3D3B9-926B-488F-A626-D4FCDA792A7D}"/>
              </a:ext>
            </a:extLst>
          </p:cNvPr>
          <p:cNvSpPr>
            <a:spLocks noGrp="1"/>
          </p:cNvSpPr>
          <p:nvPr/>
        </p:nvSpPr>
        <p:spPr>
          <a:xfrm>
            <a:off x="742950" y="1600200"/>
            <a:ext cx="2247900" cy="285750"/>
          </a:xfrm>
          <a:prstGeom prst="rect">
            <a:avLst/>
          </a:prstGeom>
          <a:noFill/>
          <a:ln w="0">
            <a:noFill/>
            <a:prstDash val="solid"/>
          </a:ln>
        </p:spPr>
        <p:txBody>
          <a:bodyPr lIns="0" tIns="0" rIns="0" bIns="0" anchor="ctr"/>
          <a:lstStyle/>
          <a:p>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실제 데모 · 기업 확인 → 품목 확정</a:t>
            </a:r>
          </a:p>
        </p:txBody>
      </p:sp>
      <p:pic>
        <p:nvPicPr>
          <p:cNvPr id="36" name="그림 35"/>
          <p:cNvPicPr>
            <a:picLocks noChangeAspect="1"/>
          </p:cNvPicPr>
          <p:nvPr/>
        </p:nvPicPr>
        <p:blipFill>
          <a:blip r:embed="rId5"/>
          <a:stretch/>
        </p:blipFill>
        <p:spPr>
          <a:xfrm>
            <a:off x="1762652" y="1466850"/>
            <a:ext cx="4932897" cy="3105150"/>
          </a:xfrm>
          <a:prstGeom prst="roundRect">
            <a:avLst>
              <a:gd name="adj" fmla="val 3681"/>
            </a:avLst>
          </a:prstGeom>
        </p:spPr>
      </p:pic>
      <p:sp>
        <p:nvSpPr>
          <p:cNvPr id="12" name="직사각형 11">
            <a:extLst>
              <a:ext uri="{FF2B5EF4-FFF2-40B4-BE49-F238E27FC236}">
                <a16:creationId xmlns:a16="http://schemas.microsoft.com/office/drawing/2014/main" id="{F2C32973-938D-4259-AA02-EE22CDCEB468}"/>
              </a:ext>
            </a:extLst>
          </p:cNvPr>
          <p:cNvSpPr>
            <a:spLocks noGrp="1"/>
          </p:cNvSpPr>
          <p:nvPr/>
        </p:nvSpPr>
        <p:spPr>
          <a:xfrm>
            <a:off x="8248650" y="1466850"/>
            <a:ext cx="3333750" cy="266700"/>
          </a:xfrm>
          <a:prstGeom prst="rect">
            <a:avLst/>
          </a:prstGeom>
          <a:noFill/>
          <a:ln w="0">
            <a:noFill/>
            <a:prstDash val="solid"/>
          </a:ln>
        </p:spPr>
        <p:txBody>
          <a:bodyPr lIns="0" tIns="0" rIns="0" bIns="0" anchor="ctr"/>
          <a:lstStyle/>
          <a:p>
            <a:pPr algn="l">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분석 기준값</a:t>
            </a:r>
          </a:p>
        </p:txBody>
      </p:sp>
      <p:sp>
        <p:nvSpPr>
          <p:cNvPr id="13" name="직사각형 12">
            <a:extLst>
              <a:ext uri="{FF2B5EF4-FFF2-40B4-BE49-F238E27FC236}">
                <a16:creationId xmlns:a16="http://schemas.microsoft.com/office/drawing/2014/main" id="{E5B06A90-1179-4A48-95E0-E50C4D9F288E}"/>
              </a:ext>
            </a:extLst>
          </p:cNvPr>
          <p:cNvSpPr>
            <a:spLocks noGrp="1"/>
          </p:cNvSpPr>
          <p:nvPr/>
        </p:nvSpPr>
        <p:spPr>
          <a:xfrm>
            <a:off x="8248650" y="1752600"/>
            <a:ext cx="3333750" cy="533400"/>
          </a:xfrm>
          <a:prstGeom prst="rect">
            <a:avLst/>
          </a:prstGeom>
          <a:noFill/>
          <a:ln w="0">
            <a:noFill/>
            <a:prstDash val="solid"/>
          </a:ln>
        </p:spPr>
        <p:txBody>
          <a:bodyPr lIns="0" tIns="0" rIns="0" bIns="0" anchor="ctr"/>
          <a:lstStyle/>
          <a:p>
            <a:pPr algn="l">
              <a:defRPr sz="2250" b="1">
                <a:solidFill>
                  <a:srgbClr val="051C2C"/>
                </a:solidFill>
                <a:latin typeface="Noto Sans KR"/>
                <a:ea typeface="Noto Sans KR"/>
                <a:cs typeface="Noto Sans KR"/>
              </a:defRPr>
            </a:pPr>
            <a:r>
              <a:rPr sz="2250" b="1">
                <a:solidFill>
                  <a:srgbClr val="051C2C"/>
                </a:solidFill>
                <a:latin typeface="Noto Sans KR"/>
                <a:ea typeface="Noto Sans KR"/>
                <a:cs typeface="Noto Sans KR"/>
              </a:rPr>
              <a:t>넥센타이어</a:t>
            </a:r>
          </a:p>
        </p:txBody>
      </p:sp>
      <p:sp>
        <p:nvSpPr>
          <p:cNvPr id="14" name="직사각형 13">
            <a:extLst>
              <a:ext uri="{FF2B5EF4-FFF2-40B4-BE49-F238E27FC236}">
                <a16:creationId xmlns:a16="http://schemas.microsoft.com/office/drawing/2014/main" id="{042DC7BD-19C9-4AB4-8DAA-283AAC104BE9}"/>
              </a:ext>
            </a:extLst>
          </p:cNvPr>
          <p:cNvSpPr>
            <a:spLocks noGrp="1"/>
          </p:cNvSpPr>
          <p:nvPr/>
        </p:nvSpPr>
        <p:spPr>
          <a:xfrm>
            <a:off x="8248650" y="2266950"/>
            <a:ext cx="3333750" cy="285750"/>
          </a:xfrm>
          <a:prstGeom prst="rect">
            <a:avLst/>
          </a:prstGeom>
          <a:noFill/>
          <a:ln w="0">
            <a:noFill/>
            <a:prstDash val="solid"/>
          </a:ln>
        </p:spPr>
        <p:txBody>
          <a:bodyPr lIns="0" tIns="0" rIns="0" bIns="0" anchor="ctr"/>
          <a:lstStyle/>
          <a:p>
            <a:pPr algn="l">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양산일반산업단지 · 제품 타이어</a:t>
            </a:r>
          </a:p>
        </p:txBody>
      </p:sp>
      <p:sp>
        <p:nvSpPr>
          <p:cNvPr id="15" name="직사각형 14">
            <a:extLst>
              <a:ext uri="{FF2B5EF4-FFF2-40B4-BE49-F238E27FC236}">
                <a16:creationId xmlns:a16="http://schemas.microsoft.com/office/drawing/2014/main" id="{DA65F7EA-CC50-40C1-906E-E1E0FB9BF93E}"/>
              </a:ext>
            </a:extLst>
          </p:cNvPr>
          <p:cNvSpPr>
            <a:spLocks noGrp="1"/>
          </p:cNvSpPr>
          <p:nvPr/>
        </p:nvSpPr>
        <p:spPr>
          <a:xfrm>
            <a:off x="8248650" y="2686050"/>
            <a:ext cx="3333750" cy="9525"/>
          </a:xfrm>
          <a:prstGeom prst="rect">
            <a:avLst/>
          </a:prstGeom>
          <a:solidFill>
            <a:srgbClr val="D7DEE2"/>
          </a:solidFill>
          <a:ln w="0">
            <a:solidFill>
              <a:srgbClr val="D7DEE2"/>
            </a:solidFill>
            <a:prstDash val="solid"/>
          </a:ln>
        </p:spPr>
      </p:sp>
      <p:sp>
        <p:nvSpPr>
          <p:cNvPr id="16" name="직사각형 15">
            <a:extLst>
              <a:ext uri="{FF2B5EF4-FFF2-40B4-BE49-F238E27FC236}">
                <a16:creationId xmlns:a16="http://schemas.microsoft.com/office/drawing/2014/main" id="{23023E13-C690-400D-8A6E-14926EBDFFCA}"/>
              </a:ext>
            </a:extLst>
          </p:cNvPr>
          <p:cNvSpPr>
            <a:spLocks noGrp="1"/>
          </p:cNvSpPr>
          <p:nvPr/>
        </p:nvSpPr>
        <p:spPr>
          <a:xfrm>
            <a:off x="8248650" y="2857500"/>
            <a:ext cx="3333750" cy="419100"/>
          </a:xfrm>
          <a:prstGeom prst="rect">
            <a:avLst/>
          </a:prstGeom>
          <a:noFill/>
          <a:ln w="0">
            <a:noFill/>
            <a:prstDash val="solid"/>
          </a:ln>
        </p:spPr>
        <p:txBody>
          <a:bodyPr lIns="0" tIns="0" rIns="0" bIns="0" anchor="ctr"/>
          <a:lstStyle/>
          <a:p>
            <a:pPr algn="l">
              <a:defRPr sz="1800" b="1">
                <a:solidFill>
                  <a:srgbClr val="051C2C"/>
                </a:solidFill>
                <a:latin typeface="Noto Sans KR"/>
                <a:ea typeface="Noto Sans KR"/>
                <a:cs typeface="Noto Sans KR"/>
              </a:defRPr>
            </a:pPr>
            <a:r>
              <a:rPr sz="1800" b="1">
                <a:solidFill>
                  <a:srgbClr val="051C2C"/>
                </a:solidFill>
                <a:latin typeface="Noto Sans KR"/>
                <a:ea typeface="Noto Sans KR"/>
                <a:cs typeface="Noto Sans KR"/>
              </a:rPr>
              <a:t>HS 401110</a:t>
            </a:r>
          </a:p>
        </p:txBody>
      </p:sp>
      <p:sp>
        <p:nvSpPr>
          <p:cNvPr id="17" name="직사각형 16">
            <a:extLst>
              <a:ext uri="{FF2B5EF4-FFF2-40B4-BE49-F238E27FC236}">
                <a16:creationId xmlns:a16="http://schemas.microsoft.com/office/drawing/2014/main" id="{F25EC3A6-46C5-443F-8ABF-E27E07D105CE}"/>
              </a:ext>
            </a:extLst>
          </p:cNvPr>
          <p:cNvSpPr>
            <a:spLocks noGrp="1"/>
          </p:cNvSpPr>
          <p:nvPr/>
        </p:nvSpPr>
        <p:spPr>
          <a:xfrm>
            <a:off x="8248650" y="3333750"/>
            <a:ext cx="3333750" cy="514350"/>
          </a:xfrm>
          <a:prstGeom prst="rect">
            <a:avLst/>
          </a:prstGeom>
          <a:noFill/>
          <a:ln w="0">
            <a:noFill/>
            <a:prstDash val="solid"/>
          </a:ln>
        </p:spPr>
        <p:txBody>
          <a:bodyPr lIns="0" tIns="0" rIns="0" bIns="0" anchor="ctr"/>
          <a:lstStyle/>
          <a:p>
            <a:pPr algn="l">
              <a:defRPr sz="2175" b="1">
                <a:solidFill>
                  <a:srgbClr val="00A58A"/>
                </a:solidFill>
                <a:latin typeface="Noto Sans KR"/>
                <a:ea typeface="Noto Sans KR"/>
                <a:cs typeface="Noto Sans KR"/>
              </a:defRPr>
            </a:pPr>
            <a:r>
              <a:rPr sz="2175" b="1">
                <a:solidFill>
                  <a:srgbClr val="00A58A"/>
                </a:solidFill>
                <a:latin typeface="Noto Sans KR"/>
                <a:ea typeface="Noto Sans KR"/>
                <a:cs typeface="Noto Sans KR"/>
              </a:rPr>
              <a:t>HSK 4011100000</a:t>
            </a:r>
          </a:p>
        </p:txBody>
      </p:sp>
      <p:sp>
        <p:nvSpPr>
          <p:cNvPr id="18" name="직사각형 17">
            <a:extLst>
              <a:ext uri="{FF2B5EF4-FFF2-40B4-BE49-F238E27FC236}">
                <a16:creationId xmlns:a16="http://schemas.microsoft.com/office/drawing/2014/main" id="{C19181C4-6E6A-44C8-9298-E02D95AEB9D2}"/>
              </a:ext>
            </a:extLst>
          </p:cNvPr>
          <p:cNvSpPr>
            <a:spLocks noGrp="1"/>
          </p:cNvSpPr>
          <p:nvPr/>
        </p:nvSpPr>
        <p:spPr>
          <a:xfrm>
            <a:off x="8248650" y="3981450"/>
            <a:ext cx="3333750" cy="609600"/>
          </a:xfrm>
          <a:prstGeom prst="rect">
            <a:avLst/>
          </a:prstGeom>
          <a:noFill/>
          <a:ln w="0">
            <a:noFill/>
            <a:prstDash val="solid"/>
          </a:ln>
        </p:spPr>
        <p:txBody>
          <a:bodyPr lIns="0" tIns="0" rIns="0" bIns="0" anchor="ctr"/>
          <a:lstStyle/>
          <a:p>
            <a:pPr algn="l">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공장·산단·생산품은 KICOX에서 확인하고</a:t>
            </a:r>
          </a:p>
          <a:p>
            <a:pPr algn="l">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품목코드는 공식 코드표와 사용자 확인으로 확정합니다.</a:t>
            </a:r>
          </a:p>
        </p:txBody>
      </p:sp>
      <p:sp>
        <p:nvSpPr>
          <p:cNvPr id="19" name="사각형: 둥근 모서리 18">
            <a:extLst>
              <a:ext uri="{FF2B5EF4-FFF2-40B4-BE49-F238E27FC236}">
                <a16:creationId xmlns:a16="http://schemas.microsoft.com/office/drawing/2014/main" id="{2A089CC0-9B7F-42E0-B431-744D18C5DEA9}"/>
              </a:ext>
            </a:extLst>
          </p:cNvPr>
          <p:cNvSpPr>
            <a:spLocks noGrp="1"/>
          </p:cNvSpPr>
          <p:nvPr/>
        </p:nvSpPr>
        <p:spPr>
          <a:xfrm>
            <a:off x="609600" y="4953000"/>
            <a:ext cx="10972800" cy="1066800"/>
          </a:xfrm>
          <a:prstGeom prst="roundRect">
            <a:avLst>
              <a:gd name="adj" fmla="val 10714"/>
            </a:avLst>
          </a:prstGeom>
          <a:solidFill>
            <a:srgbClr val="051C2C"/>
          </a:solidFill>
          <a:ln w="0">
            <a:solidFill>
              <a:srgbClr val="051C2C"/>
            </a:solidFill>
            <a:prstDash val="solid"/>
          </a:ln>
        </p:spPr>
      </p:sp>
      <p:sp>
        <p:nvSpPr>
          <p:cNvPr id="20" name="직사각형 19">
            <a:extLst>
              <a:ext uri="{FF2B5EF4-FFF2-40B4-BE49-F238E27FC236}">
                <a16:creationId xmlns:a16="http://schemas.microsoft.com/office/drawing/2014/main" id="{A535D397-D5EE-4F4E-B3CB-5340B9B0414C}"/>
              </a:ext>
            </a:extLst>
          </p:cNvPr>
          <p:cNvSpPr>
            <a:spLocks noGrp="1"/>
          </p:cNvSpPr>
          <p:nvPr/>
        </p:nvSpPr>
        <p:spPr>
          <a:xfrm>
            <a:off x="876300" y="5181600"/>
            <a:ext cx="2286000" cy="419100"/>
          </a:xfrm>
          <a:prstGeom prst="rect">
            <a:avLst/>
          </a:prstGeom>
          <a:noFill/>
          <a:ln w="0">
            <a:noFill/>
            <a:prstDash val="solid"/>
          </a:ln>
        </p:spPr>
        <p:txBody>
          <a:bodyPr lIns="0" tIns="0" rIns="0" bIns="0" anchor="ctr"/>
          <a:lstStyle/>
          <a:p>
            <a:pPr algn="ctr">
              <a:defRPr sz="1425" b="1">
                <a:solidFill>
                  <a:srgbClr val="FFFFFF"/>
                </a:solidFill>
                <a:latin typeface="Noto Sans KR"/>
                <a:ea typeface="Noto Sans KR"/>
                <a:cs typeface="Noto Sans KR"/>
              </a:defRPr>
            </a:pPr>
            <a:r>
              <a:rPr sz="1425" b="1">
                <a:solidFill>
                  <a:srgbClr val="FFFFFF"/>
                </a:solidFill>
                <a:latin typeface="Noto Sans KR"/>
                <a:ea typeface="Noto Sans KR"/>
                <a:cs typeface="Noto Sans KR"/>
              </a:rPr>
              <a:t>공식 기업정보</a:t>
            </a:r>
          </a:p>
        </p:txBody>
      </p:sp>
      <p:sp>
        <p:nvSpPr>
          <p:cNvPr id="21" name="직사각형 20">
            <a:extLst>
              <a:ext uri="{FF2B5EF4-FFF2-40B4-BE49-F238E27FC236}">
                <a16:creationId xmlns:a16="http://schemas.microsoft.com/office/drawing/2014/main" id="{7AE91BFA-C6D9-4D02-8110-6F742812CE8E}"/>
              </a:ext>
            </a:extLst>
          </p:cNvPr>
          <p:cNvSpPr>
            <a:spLocks noGrp="1"/>
          </p:cNvSpPr>
          <p:nvPr/>
        </p:nvSpPr>
        <p:spPr>
          <a:xfrm>
            <a:off x="3333750" y="5162550"/>
            <a:ext cx="685800" cy="438150"/>
          </a:xfrm>
          <a:prstGeom prst="rect">
            <a:avLst/>
          </a:prstGeom>
          <a:noFill/>
          <a:ln w="0">
            <a:noFill/>
            <a:prstDash val="solid"/>
          </a:ln>
        </p:spPr>
        <p:txBody>
          <a:bodyPr lIns="0" tIns="0" rIns="0" bIns="0" anchor="ctr"/>
          <a:lstStyle/>
          <a:p>
            <a:pPr algn="ctr">
              <a:defRPr sz="2100" b="1">
                <a:solidFill>
                  <a:srgbClr val="00A58A"/>
                </a:solidFill>
                <a:latin typeface="Noto Sans KR"/>
                <a:ea typeface="Noto Sans KR"/>
                <a:cs typeface="Noto Sans KR"/>
              </a:defRPr>
            </a:pPr>
            <a:r>
              <a:rPr sz="2100" b="1">
                <a:solidFill>
                  <a:srgbClr val="00A58A"/>
                </a:solidFill>
                <a:latin typeface="Noto Sans KR"/>
                <a:ea typeface="Noto Sans KR"/>
                <a:cs typeface="Noto Sans KR"/>
              </a:rPr>
              <a:t>→</a:t>
            </a:r>
          </a:p>
        </p:txBody>
      </p:sp>
      <p:sp>
        <p:nvSpPr>
          <p:cNvPr id="22" name="직사각형 21">
            <a:extLst>
              <a:ext uri="{FF2B5EF4-FFF2-40B4-BE49-F238E27FC236}">
                <a16:creationId xmlns:a16="http://schemas.microsoft.com/office/drawing/2014/main" id="{7DB9720D-FE87-4CDF-BC0B-80212C16ED75}"/>
              </a:ext>
            </a:extLst>
          </p:cNvPr>
          <p:cNvSpPr>
            <a:spLocks noGrp="1"/>
          </p:cNvSpPr>
          <p:nvPr/>
        </p:nvSpPr>
        <p:spPr>
          <a:xfrm>
            <a:off x="4171950" y="5181600"/>
            <a:ext cx="2286000" cy="419100"/>
          </a:xfrm>
          <a:prstGeom prst="rect">
            <a:avLst/>
          </a:prstGeom>
          <a:noFill/>
          <a:ln w="0">
            <a:noFill/>
            <a:prstDash val="solid"/>
          </a:ln>
        </p:spPr>
        <p:txBody>
          <a:bodyPr lIns="0" tIns="0" rIns="0" bIns="0" anchor="ctr"/>
          <a:lstStyle/>
          <a:p>
            <a:pPr algn="ctr">
              <a:defRPr sz="1425" b="1">
                <a:solidFill>
                  <a:srgbClr val="FFFFFF"/>
                </a:solidFill>
                <a:latin typeface="Noto Sans KR"/>
                <a:ea typeface="Noto Sans KR"/>
                <a:cs typeface="Noto Sans KR"/>
              </a:defRPr>
            </a:pPr>
            <a:r>
              <a:rPr sz="1425" b="1">
                <a:solidFill>
                  <a:srgbClr val="FFFFFF"/>
                </a:solidFill>
                <a:latin typeface="Noto Sans KR"/>
                <a:ea typeface="Noto Sans KR"/>
                <a:cs typeface="Noto Sans KR"/>
              </a:rPr>
              <a:t>AI 코드 후보</a:t>
            </a:r>
          </a:p>
        </p:txBody>
      </p:sp>
      <p:sp>
        <p:nvSpPr>
          <p:cNvPr id="23" name="직사각형 22">
            <a:extLst>
              <a:ext uri="{FF2B5EF4-FFF2-40B4-BE49-F238E27FC236}">
                <a16:creationId xmlns:a16="http://schemas.microsoft.com/office/drawing/2014/main" id="{2111DB13-8AE4-4BBC-8DCE-0D211B44B3EF}"/>
              </a:ext>
            </a:extLst>
          </p:cNvPr>
          <p:cNvSpPr>
            <a:spLocks noGrp="1"/>
          </p:cNvSpPr>
          <p:nvPr/>
        </p:nvSpPr>
        <p:spPr>
          <a:xfrm>
            <a:off x="6629400" y="5162550"/>
            <a:ext cx="685800" cy="438150"/>
          </a:xfrm>
          <a:prstGeom prst="rect">
            <a:avLst/>
          </a:prstGeom>
          <a:noFill/>
          <a:ln w="0">
            <a:noFill/>
            <a:prstDash val="solid"/>
          </a:ln>
        </p:spPr>
        <p:txBody>
          <a:bodyPr lIns="0" tIns="0" rIns="0" bIns="0" anchor="ctr"/>
          <a:lstStyle/>
          <a:p>
            <a:pPr algn="ctr">
              <a:defRPr sz="2100" b="1">
                <a:solidFill>
                  <a:srgbClr val="00A58A"/>
                </a:solidFill>
                <a:latin typeface="Noto Sans KR"/>
                <a:ea typeface="Noto Sans KR"/>
                <a:cs typeface="Noto Sans KR"/>
              </a:defRPr>
            </a:pPr>
            <a:r>
              <a:rPr sz="2100" b="1">
                <a:solidFill>
                  <a:srgbClr val="00A58A"/>
                </a:solidFill>
                <a:latin typeface="Noto Sans KR"/>
                <a:ea typeface="Noto Sans KR"/>
                <a:cs typeface="Noto Sans KR"/>
              </a:rPr>
              <a:t>→</a:t>
            </a:r>
          </a:p>
        </p:txBody>
      </p:sp>
      <p:sp>
        <p:nvSpPr>
          <p:cNvPr id="24" name="직사각형 23">
            <a:extLst>
              <a:ext uri="{FF2B5EF4-FFF2-40B4-BE49-F238E27FC236}">
                <a16:creationId xmlns:a16="http://schemas.microsoft.com/office/drawing/2014/main" id="{0C6F9330-69F2-409B-A05A-782D8874A1AC}"/>
              </a:ext>
            </a:extLst>
          </p:cNvPr>
          <p:cNvSpPr>
            <a:spLocks noGrp="1"/>
          </p:cNvSpPr>
          <p:nvPr/>
        </p:nvSpPr>
        <p:spPr>
          <a:xfrm>
            <a:off x="7486650" y="5181600"/>
            <a:ext cx="3676650" cy="419100"/>
          </a:xfrm>
          <a:prstGeom prst="rect">
            <a:avLst/>
          </a:prstGeom>
          <a:noFill/>
          <a:ln w="0">
            <a:noFill/>
            <a:prstDash val="solid"/>
          </a:ln>
        </p:spPr>
        <p:txBody>
          <a:bodyPr lIns="0" tIns="0" rIns="0" bIns="0" anchor="ctr"/>
          <a:lstStyle/>
          <a:p>
            <a:pPr algn="ctr">
              <a:defRPr sz="1425" b="1">
                <a:solidFill>
                  <a:srgbClr val="8FD8CB"/>
                </a:solidFill>
                <a:latin typeface="Noto Sans KR"/>
                <a:ea typeface="Noto Sans KR"/>
                <a:cs typeface="Noto Sans KR"/>
              </a:defRPr>
            </a:pPr>
            <a:r>
              <a:rPr sz="1425" b="1">
                <a:solidFill>
                  <a:srgbClr val="8FD8CB"/>
                </a:solidFill>
                <a:latin typeface="Noto Sans KR"/>
                <a:ea typeface="Noto Sans KR"/>
                <a:cs typeface="Noto Sans KR"/>
              </a:rPr>
              <a:t>사용자 HSK10 확정</a:t>
            </a:r>
          </a:p>
        </p:txBody>
      </p:sp>
      <p:sp>
        <p:nvSpPr>
          <p:cNvPr id="25" name="직사각형 24">
            <a:extLst>
              <a:ext uri="{FF2B5EF4-FFF2-40B4-BE49-F238E27FC236}">
                <a16:creationId xmlns:a16="http://schemas.microsoft.com/office/drawing/2014/main" id="{E426FE87-D040-4C09-A649-7588B7FD522A}"/>
              </a:ext>
            </a:extLst>
          </p:cNvPr>
          <p:cNvSpPr>
            <a:spLocks noGrp="1"/>
          </p:cNvSpPr>
          <p:nvPr/>
        </p:nvSpPr>
        <p:spPr>
          <a:xfrm>
            <a:off x="2628900" y="5657850"/>
            <a:ext cx="6934200" cy="228600"/>
          </a:xfrm>
          <a:prstGeom prst="rect">
            <a:avLst/>
          </a:prstGeom>
          <a:noFill/>
          <a:ln w="0">
            <a:noFill/>
            <a:prstDash val="solid"/>
          </a:ln>
        </p:spPr>
        <p:txBody>
          <a:bodyPr lIns="0" tIns="0" rIns="0" bIns="0" anchor="ctr"/>
          <a:lstStyle/>
          <a:p>
            <a:pPr algn="ctr">
              <a:defRPr sz="975" b="0">
                <a:solidFill>
                  <a:srgbClr val="C5D7DE"/>
                </a:solidFill>
                <a:latin typeface="Noto Sans KR"/>
                <a:ea typeface="Noto Sans KR"/>
                <a:cs typeface="Noto Sans KR"/>
              </a:defRPr>
            </a:pPr>
            <a:r>
              <a:rPr sz="975" b="0">
                <a:solidFill>
                  <a:srgbClr val="C5D7DE"/>
                </a:solidFill>
                <a:latin typeface="Noto Sans KR"/>
                <a:ea typeface="Noto Sans KR"/>
                <a:cs typeface="Noto Sans KR"/>
              </a:rPr>
              <a:t>AI가 임의로 정하지 않고, 확정된 코드만 다음 분석에 사용</a:t>
            </a:r>
          </a:p>
        </p:txBody>
      </p:sp>
      <p:pic>
        <p:nvPicPr>
          <p:cNvPr id="906" name="LIVE DEMO 01" descr="Embedded product demonstration video"/>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609600" y="1466850"/>
            <a:ext cx="7239000" cy="3105150"/>
          </a:xfrm>
          <a:prstGeom prst="rect">
            <a:avLst/>
          </a:prstGeom>
          <a:ln w="12700">
            <a:solidFill>
              <a:srgbClr val="D9E2F3"/>
            </a:solidFill>
          </a:ln>
        </p:spPr>
      </p:pic>
    </p:spTree>
    <p:extLst>
      <p:ext uri="{BB962C8B-B14F-4D97-AF65-F5344CB8AC3E}">
        <p14:creationId xmlns:p14="http://schemas.microsoft.com/office/powerpoint/2010/main" val="1940212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직사각형 26">
            <a:extLst>
              <a:ext uri="{FF2B5EF4-FFF2-40B4-BE49-F238E27FC236}">
                <a16:creationId xmlns:a16="http://schemas.microsoft.com/office/drawing/2014/main" id="{B04C1737-D3CF-487B-A24A-31C39A1C4F7B}"/>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LIVE PRODUCT · STEP 3</a:t>
            </a:r>
          </a:p>
        </p:txBody>
      </p:sp>
      <p:sp>
        <p:nvSpPr>
          <p:cNvPr id="2" name="slide-7-title">
            <a:extLst>
              <a:ext uri="{FF2B5EF4-FFF2-40B4-BE49-F238E27FC236}">
                <a16:creationId xmlns:a16="http://schemas.microsoft.com/office/drawing/2014/main" id="{CDB517E9-9F64-4AF7-A67B-C1355068F282}"/>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후보국은 시장성뿐 아니라 규제·결제·안전 근거로 좁혀집니다</a:t>
            </a:r>
          </a:p>
        </p:txBody>
      </p:sp>
      <p:sp>
        <p:nvSpPr>
          <p:cNvPr id="3" name="직사각형 2">
            <a:extLst>
              <a:ext uri="{FF2B5EF4-FFF2-40B4-BE49-F238E27FC236}">
                <a16:creationId xmlns:a16="http://schemas.microsoft.com/office/drawing/2014/main" id="{DEEA675F-F9E2-4B70-A3FB-444636667434}"/>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D491269D-35A7-4B26-B05B-E200877BD7B4}"/>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F038277A-7DC1-4F63-B36C-3A20D4D5C77D}"/>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1AB42F4A-D298-45E0-9A9F-2FA5A4F22252}"/>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실제 구현 화면 countries.png</a:t>
            </a:r>
          </a:p>
        </p:txBody>
      </p:sp>
      <p:sp>
        <p:nvSpPr>
          <p:cNvPr id="7" name="직사각형 6">
            <a:extLst>
              <a:ext uri="{FF2B5EF4-FFF2-40B4-BE49-F238E27FC236}">
                <a16:creationId xmlns:a16="http://schemas.microsoft.com/office/drawing/2014/main" id="{04ACC19D-7160-424D-B1DC-4045F4C7F697}"/>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07</a:t>
            </a:r>
          </a:p>
        </p:txBody>
      </p:sp>
      <p:sp>
        <p:nvSpPr>
          <p:cNvPr id="8" name="직사각형 7">
            <a:extLst>
              <a:ext uri="{FF2B5EF4-FFF2-40B4-BE49-F238E27FC236}">
                <a16:creationId xmlns:a16="http://schemas.microsoft.com/office/drawing/2014/main" id="{432765EC-030A-4C5D-BF5E-5E26E52D498D}"/>
              </a:ext>
            </a:extLst>
          </p:cNvPr>
          <p:cNvSpPr>
            <a:spLocks noGrp="1"/>
          </p:cNvSpPr>
          <p:nvPr/>
        </p:nvSpPr>
        <p:spPr>
          <a:xfrm>
            <a:off x="685800" y="1428750"/>
            <a:ext cx="2667000" cy="476250"/>
          </a:xfrm>
          <a:prstGeom prst="rect">
            <a:avLst/>
          </a:prstGeom>
          <a:noFill/>
          <a:ln w="0">
            <a:noFill/>
            <a:prstDash val="solid"/>
          </a:ln>
        </p:spPr>
        <p:txBody>
          <a:bodyPr lIns="0" tIns="0" rIns="0" bIns="0" anchor="ctr"/>
          <a:lstStyle/>
          <a:p>
            <a:pPr algn="l">
              <a:defRPr sz="1200" b="1">
                <a:solidFill>
                  <a:srgbClr val="00A58A"/>
                </a:solidFill>
                <a:latin typeface="Noto Sans KR"/>
                <a:ea typeface="Noto Sans KR"/>
                <a:cs typeface="Noto Sans KR"/>
              </a:defRPr>
            </a:pPr>
            <a:r>
              <a:rPr sz="1200" b="1">
                <a:solidFill>
                  <a:srgbClr val="00A58A"/>
                </a:solidFill>
                <a:latin typeface="Noto Sans KR"/>
                <a:ea typeface="Noto Sans KR"/>
                <a:cs typeface="Noto Sans KR"/>
              </a:rPr>
              <a:t>TOP 3</a:t>
            </a:r>
          </a:p>
        </p:txBody>
      </p:sp>
      <p:sp>
        <p:nvSpPr>
          <p:cNvPr id="9" name="직사각형 8">
            <a:extLst>
              <a:ext uri="{FF2B5EF4-FFF2-40B4-BE49-F238E27FC236}">
                <a16:creationId xmlns:a16="http://schemas.microsoft.com/office/drawing/2014/main" id="{6778D9E8-5B2E-41D6-BA93-F705AE548A54}"/>
              </a:ext>
            </a:extLst>
          </p:cNvPr>
          <p:cNvSpPr>
            <a:spLocks noGrp="1"/>
          </p:cNvSpPr>
          <p:nvPr/>
        </p:nvSpPr>
        <p:spPr>
          <a:xfrm>
            <a:off x="685800" y="2019300"/>
            <a:ext cx="400050" cy="342900"/>
          </a:xfrm>
          <a:prstGeom prst="rect">
            <a:avLst/>
          </a:prstGeom>
          <a:noFill/>
          <a:ln w="0">
            <a:noFill/>
            <a:prstDash val="solid"/>
          </a:ln>
        </p:spPr>
        <p:txBody>
          <a:bodyPr lIns="0" tIns="0" rIns="0" bIns="0" anchor="ctr"/>
          <a:lstStyle/>
          <a:p>
            <a:pPr algn="l">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01</a:t>
            </a:r>
          </a:p>
        </p:txBody>
      </p:sp>
      <p:sp>
        <p:nvSpPr>
          <p:cNvPr id="10" name="직사각형 9">
            <a:extLst>
              <a:ext uri="{FF2B5EF4-FFF2-40B4-BE49-F238E27FC236}">
                <a16:creationId xmlns:a16="http://schemas.microsoft.com/office/drawing/2014/main" id="{B9BF535B-4C94-469D-A601-DB75DDADADCC}"/>
              </a:ext>
            </a:extLst>
          </p:cNvPr>
          <p:cNvSpPr>
            <a:spLocks noGrp="1"/>
          </p:cNvSpPr>
          <p:nvPr/>
        </p:nvSpPr>
        <p:spPr>
          <a:xfrm>
            <a:off x="1181100" y="1981200"/>
            <a:ext cx="1714500" cy="400050"/>
          </a:xfrm>
          <a:prstGeom prst="rect">
            <a:avLst/>
          </a:prstGeom>
          <a:noFill/>
          <a:ln w="0">
            <a:noFill/>
            <a:prstDash val="solid"/>
          </a:ln>
        </p:spPr>
        <p:txBody>
          <a:bodyPr lIns="0" tIns="0" rIns="0" bIns="0" anchor="ctr"/>
          <a:lstStyle/>
          <a:p>
            <a:pPr algn="l">
              <a:defRPr sz="1875" b="1">
                <a:solidFill>
                  <a:srgbClr val="051C2C"/>
                </a:solidFill>
                <a:latin typeface="Noto Sans KR"/>
                <a:ea typeface="Noto Sans KR"/>
                <a:cs typeface="Noto Sans KR"/>
              </a:defRPr>
            </a:pPr>
            <a:r>
              <a:rPr sz="1875" b="1">
                <a:solidFill>
                  <a:srgbClr val="051C2C"/>
                </a:solidFill>
                <a:latin typeface="Noto Sans KR"/>
                <a:ea typeface="Noto Sans KR"/>
                <a:cs typeface="Noto Sans KR"/>
              </a:rPr>
              <a:t>미국</a:t>
            </a:r>
          </a:p>
        </p:txBody>
      </p:sp>
      <p:sp>
        <p:nvSpPr>
          <p:cNvPr id="11" name="직사각형 10">
            <a:extLst>
              <a:ext uri="{FF2B5EF4-FFF2-40B4-BE49-F238E27FC236}">
                <a16:creationId xmlns:a16="http://schemas.microsoft.com/office/drawing/2014/main" id="{E9393EC5-025B-49DB-8D83-4480A4267502}"/>
              </a:ext>
            </a:extLst>
          </p:cNvPr>
          <p:cNvSpPr>
            <a:spLocks noGrp="1"/>
          </p:cNvSpPr>
          <p:nvPr/>
        </p:nvSpPr>
        <p:spPr>
          <a:xfrm>
            <a:off x="1181100" y="2400300"/>
            <a:ext cx="2343150" cy="342900"/>
          </a:xfrm>
          <a:prstGeom prst="rect">
            <a:avLst/>
          </a:prstGeom>
          <a:noFill/>
          <a:ln w="0">
            <a:noFill/>
            <a:prstDash val="solid"/>
          </a:ln>
        </p:spPr>
        <p:txBody>
          <a:bodyPr lIns="0" tIns="0" rIns="0" bIns="0" anchor="ctr"/>
          <a:lstStyle/>
          <a:p>
            <a:pPr algn="l">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기회와 진입장벽 동시 검토</a:t>
            </a:r>
          </a:p>
        </p:txBody>
      </p:sp>
      <p:sp>
        <p:nvSpPr>
          <p:cNvPr id="12" name="직사각형 11">
            <a:extLst>
              <a:ext uri="{FF2B5EF4-FFF2-40B4-BE49-F238E27FC236}">
                <a16:creationId xmlns:a16="http://schemas.microsoft.com/office/drawing/2014/main" id="{1EF7C42C-C1F3-4588-8377-4C2355BCD04F}"/>
              </a:ext>
            </a:extLst>
          </p:cNvPr>
          <p:cNvSpPr>
            <a:spLocks noGrp="1"/>
          </p:cNvSpPr>
          <p:nvPr/>
        </p:nvSpPr>
        <p:spPr>
          <a:xfrm>
            <a:off x="685800" y="2819400"/>
            <a:ext cx="2857500" cy="9525"/>
          </a:xfrm>
          <a:prstGeom prst="rect">
            <a:avLst/>
          </a:prstGeom>
          <a:solidFill>
            <a:srgbClr val="D7DEE2"/>
          </a:solidFill>
          <a:ln w="0">
            <a:solidFill>
              <a:srgbClr val="D7DEE2"/>
            </a:solidFill>
            <a:prstDash val="solid"/>
          </a:ln>
        </p:spPr>
      </p:sp>
      <p:sp>
        <p:nvSpPr>
          <p:cNvPr id="13" name="직사각형 12">
            <a:extLst>
              <a:ext uri="{FF2B5EF4-FFF2-40B4-BE49-F238E27FC236}">
                <a16:creationId xmlns:a16="http://schemas.microsoft.com/office/drawing/2014/main" id="{B20C5DC5-094C-41BD-8402-4EB379F73AF4}"/>
              </a:ext>
            </a:extLst>
          </p:cNvPr>
          <p:cNvSpPr>
            <a:spLocks noGrp="1"/>
          </p:cNvSpPr>
          <p:nvPr/>
        </p:nvSpPr>
        <p:spPr>
          <a:xfrm>
            <a:off x="685800" y="3009900"/>
            <a:ext cx="400050" cy="342900"/>
          </a:xfrm>
          <a:prstGeom prst="rect">
            <a:avLst/>
          </a:prstGeom>
          <a:noFill/>
          <a:ln w="0">
            <a:noFill/>
            <a:prstDash val="solid"/>
          </a:ln>
        </p:spPr>
        <p:txBody>
          <a:bodyPr lIns="0" tIns="0" rIns="0" bIns="0" anchor="ctr"/>
          <a:lstStyle/>
          <a:p>
            <a:pPr algn="l">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02</a:t>
            </a:r>
          </a:p>
        </p:txBody>
      </p:sp>
      <p:sp>
        <p:nvSpPr>
          <p:cNvPr id="14" name="직사각형 13">
            <a:extLst>
              <a:ext uri="{FF2B5EF4-FFF2-40B4-BE49-F238E27FC236}">
                <a16:creationId xmlns:a16="http://schemas.microsoft.com/office/drawing/2014/main" id="{44633CE5-CCC6-428B-845B-6E369BD06E6B}"/>
              </a:ext>
            </a:extLst>
          </p:cNvPr>
          <p:cNvSpPr>
            <a:spLocks noGrp="1"/>
          </p:cNvSpPr>
          <p:nvPr/>
        </p:nvSpPr>
        <p:spPr>
          <a:xfrm>
            <a:off x="1181100" y="2971800"/>
            <a:ext cx="1714500" cy="400050"/>
          </a:xfrm>
          <a:prstGeom prst="rect">
            <a:avLst/>
          </a:prstGeom>
          <a:noFill/>
          <a:ln w="0">
            <a:noFill/>
            <a:prstDash val="solid"/>
          </a:ln>
        </p:spPr>
        <p:txBody>
          <a:bodyPr lIns="0" tIns="0" rIns="0" bIns="0" anchor="ctr"/>
          <a:lstStyle/>
          <a:p>
            <a:pPr algn="l">
              <a:defRPr sz="1875" b="1">
                <a:solidFill>
                  <a:srgbClr val="051C2C"/>
                </a:solidFill>
                <a:latin typeface="Noto Sans KR"/>
                <a:ea typeface="Noto Sans KR"/>
                <a:cs typeface="Noto Sans KR"/>
              </a:defRPr>
            </a:pPr>
            <a:r>
              <a:rPr sz="1875" b="1">
                <a:solidFill>
                  <a:srgbClr val="051C2C"/>
                </a:solidFill>
                <a:latin typeface="Noto Sans KR"/>
                <a:ea typeface="Noto Sans KR"/>
                <a:cs typeface="Noto Sans KR"/>
              </a:rPr>
              <a:t>베트남</a:t>
            </a:r>
          </a:p>
        </p:txBody>
      </p:sp>
      <p:sp>
        <p:nvSpPr>
          <p:cNvPr id="15" name="직사각형 14">
            <a:extLst>
              <a:ext uri="{FF2B5EF4-FFF2-40B4-BE49-F238E27FC236}">
                <a16:creationId xmlns:a16="http://schemas.microsoft.com/office/drawing/2014/main" id="{A7E28166-E04B-42A3-961A-0A07C4DAE293}"/>
              </a:ext>
            </a:extLst>
          </p:cNvPr>
          <p:cNvSpPr>
            <a:spLocks noGrp="1"/>
          </p:cNvSpPr>
          <p:nvPr/>
        </p:nvSpPr>
        <p:spPr>
          <a:xfrm>
            <a:off x="1181100" y="3390900"/>
            <a:ext cx="2343150" cy="342900"/>
          </a:xfrm>
          <a:prstGeom prst="rect">
            <a:avLst/>
          </a:prstGeom>
          <a:noFill/>
          <a:ln w="0">
            <a:noFill/>
            <a:prstDash val="solid"/>
          </a:ln>
        </p:spPr>
        <p:txBody>
          <a:bodyPr lIns="0" tIns="0" rIns="0" bIns="0" anchor="ctr"/>
          <a:lstStyle/>
          <a:p>
            <a:pPr algn="l">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성장성과 조건 비교</a:t>
            </a:r>
          </a:p>
        </p:txBody>
      </p:sp>
      <p:sp>
        <p:nvSpPr>
          <p:cNvPr id="16" name="직사각형 15">
            <a:extLst>
              <a:ext uri="{FF2B5EF4-FFF2-40B4-BE49-F238E27FC236}">
                <a16:creationId xmlns:a16="http://schemas.microsoft.com/office/drawing/2014/main" id="{9AAA05B5-B109-4AC3-8F9A-4A836CA3DF5D}"/>
              </a:ext>
            </a:extLst>
          </p:cNvPr>
          <p:cNvSpPr>
            <a:spLocks noGrp="1"/>
          </p:cNvSpPr>
          <p:nvPr/>
        </p:nvSpPr>
        <p:spPr>
          <a:xfrm>
            <a:off x="685800" y="3810000"/>
            <a:ext cx="2857500" cy="9525"/>
          </a:xfrm>
          <a:prstGeom prst="rect">
            <a:avLst/>
          </a:prstGeom>
          <a:solidFill>
            <a:srgbClr val="D7DEE2"/>
          </a:solidFill>
          <a:ln w="0">
            <a:solidFill>
              <a:srgbClr val="D7DEE2"/>
            </a:solidFill>
            <a:prstDash val="solid"/>
          </a:ln>
        </p:spPr>
      </p:sp>
      <p:sp>
        <p:nvSpPr>
          <p:cNvPr id="17" name="직사각형 16">
            <a:extLst>
              <a:ext uri="{FF2B5EF4-FFF2-40B4-BE49-F238E27FC236}">
                <a16:creationId xmlns:a16="http://schemas.microsoft.com/office/drawing/2014/main" id="{F4AC843E-71EF-43E3-B8C6-5AAD1A21AD1E}"/>
              </a:ext>
            </a:extLst>
          </p:cNvPr>
          <p:cNvSpPr>
            <a:spLocks noGrp="1"/>
          </p:cNvSpPr>
          <p:nvPr/>
        </p:nvSpPr>
        <p:spPr>
          <a:xfrm>
            <a:off x="685800" y="4000500"/>
            <a:ext cx="400050" cy="342900"/>
          </a:xfrm>
          <a:prstGeom prst="rect">
            <a:avLst/>
          </a:prstGeom>
          <a:noFill/>
          <a:ln w="0">
            <a:noFill/>
            <a:prstDash val="solid"/>
          </a:ln>
        </p:spPr>
        <p:txBody>
          <a:bodyPr lIns="0" tIns="0" rIns="0" bIns="0" anchor="ctr"/>
          <a:lstStyle/>
          <a:p>
            <a:pPr algn="l">
              <a:defRPr sz="975" b="1">
                <a:solidFill>
                  <a:srgbClr val="00A58A"/>
                </a:solidFill>
                <a:latin typeface="Noto Sans KR"/>
                <a:ea typeface="Noto Sans KR"/>
                <a:cs typeface="Noto Sans KR"/>
              </a:defRPr>
            </a:pPr>
            <a:r>
              <a:rPr sz="975" b="1">
                <a:solidFill>
                  <a:srgbClr val="00A58A"/>
                </a:solidFill>
                <a:latin typeface="Noto Sans KR"/>
                <a:ea typeface="Noto Sans KR"/>
                <a:cs typeface="Noto Sans KR"/>
              </a:rPr>
              <a:t>03</a:t>
            </a:r>
          </a:p>
        </p:txBody>
      </p:sp>
      <p:sp>
        <p:nvSpPr>
          <p:cNvPr id="18" name="직사각형 17">
            <a:extLst>
              <a:ext uri="{FF2B5EF4-FFF2-40B4-BE49-F238E27FC236}">
                <a16:creationId xmlns:a16="http://schemas.microsoft.com/office/drawing/2014/main" id="{C0346EDB-09B6-4E81-97DC-93400A85C0DC}"/>
              </a:ext>
            </a:extLst>
          </p:cNvPr>
          <p:cNvSpPr>
            <a:spLocks noGrp="1"/>
          </p:cNvSpPr>
          <p:nvPr/>
        </p:nvSpPr>
        <p:spPr>
          <a:xfrm>
            <a:off x="1181100" y="3962400"/>
            <a:ext cx="1714500" cy="400050"/>
          </a:xfrm>
          <a:prstGeom prst="rect">
            <a:avLst/>
          </a:prstGeom>
          <a:noFill/>
          <a:ln w="0">
            <a:noFill/>
            <a:prstDash val="solid"/>
          </a:ln>
        </p:spPr>
        <p:txBody>
          <a:bodyPr lIns="0" tIns="0" rIns="0" bIns="0" anchor="ctr"/>
          <a:lstStyle/>
          <a:p>
            <a:pPr algn="l">
              <a:defRPr sz="1875" b="1">
                <a:solidFill>
                  <a:srgbClr val="051C2C"/>
                </a:solidFill>
                <a:latin typeface="Noto Sans KR"/>
                <a:ea typeface="Noto Sans KR"/>
                <a:cs typeface="Noto Sans KR"/>
              </a:defRPr>
            </a:pPr>
            <a:r>
              <a:rPr sz="1875" b="1">
                <a:solidFill>
                  <a:srgbClr val="051C2C"/>
                </a:solidFill>
                <a:latin typeface="Noto Sans KR"/>
                <a:ea typeface="Noto Sans KR"/>
                <a:cs typeface="Noto Sans KR"/>
              </a:rPr>
              <a:t>브라질</a:t>
            </a:r>
          </a:p>
        </p:txBody>
      </p:sp>
      <p:sp>
        <p:nvSpPr>
          <p:cNvPr id="19" name="직사각형 18">
            <a:extLst>
              <a:ext uri="{FF2B5EF4-FFF2-40B4-BE49-F238E27FC236}">
                <a16:creationId xmlns:a16="http://schemas.microsoft.com/office/drawing/2014/main" id="{CF28F352-8098-42C6-B86B-CCFD98DF068B}"/>
              </a:ext>
            </a:extLst>
          </p:cNvPr>
          <p:cNvSpPr>
            <a:spLocks noGrp="1"/>
          </p:cNvSpPr>
          <p:nvPr/>
        </p:nvSpPr>
        <p:spPr>
          <a:xfrm>
            <a:off x="1181100" y="4381500"/>
            <a:ext cx="2343150" cy="342900"/>
          </a:xfrm>
          <a:prstGeom prst="rect">
            <a:avLst/>
          </a:prstGeom>
          <a:noFill/>
          <a:ln w="0">
            <a:noFill/>
            <a:prstDash val="solid"/>
          </a:ln>
        </p:spPr>
        <p:txBody>
          <a:bodyPr lIns="0" tIns="0" rIns="0" bIns="0" anchor="ctr"/>
          <a:lstStyle/>
          <a:p>
            <a:pPr algn="l">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시장성과 위험 비교</a:t>
            </a:r>
          </a:p>
        </p:txBody>
      </p:sp>
      <p:sp>
        <p:nvSpPr>
          <p:cNvPr id="20" name="직사각형 19">
            <a:extLst>
              <a:ext uri="{FF2B5EF4-FFF2-40B4-BE49-F238E27FC236}">
                <a16:creationId xmlns:a16="http://schemas.microsoft.com/office/drawing/2014/main" id="{831C0DA9-A10C-4CB5-87B6-AA3D4BE795F0}"/>
              </a:ext>
            </a:extLst>
          </p:cNvPr>
          <p:cNvSpPr>
            <a:spLocks noGrp="1"/>
          </p:cNvSpPr>
          <p:nvPr/>
        </p:nvSpPr>
        <p:spPr>
          <a:xfrm>
            <a:off x="685800" y="4800600"/>
            <a:ext cx="2857500" cy="9525"/>
          </a:xfrm>
          <a:prstGeom prst="rect">
            <a:avLst/>
          </a:prstGeom>
          <a:solidFill>
            <a:srgbClr val="D7DEE2"/>
          </a:solidFill>
          <a:ln w="0">
            <a:solidFill>
              <a:srgbClr val="D7DEE2"/>
            </a:solidFill>
            <a:prstDash val="solid"/>
          </a:ln>
        </p:spPr>
      </p:sp>
      <p:sp>
        <p:nvSpPr>
          <p:cNvPr id="21" name="사각형: 둥근 모서리 20">
            <a:extLst>
              <a:ext uri="{FF2B5EF4-FFF2-40B4-BE49-F238E27FC236}">
                <a16:creationId xmlns:a16="http://schemas.microsoft.com/office/drawing/2014/main" id="{99E60FFC-76B0-43F4-A495-A289979C42D6}"/>
              </a:ext>
            </a:extLst>
          </p:cNvPr>
          <p:cNvSpPr>
            <a:spLocks noGrp="1"/>
          </p:cNvSpPr>
          <p:nvPr/>
        </p:nvSpPr>
        <p:spPr>
          <a:xfrm>
            <a:off x="685800" y="5219700"/>
            <a:ext cx="2857500" cy="781050"/>
          </a:xfrm>
          <a:prstGeom prst="roundRect">
            <a:avLst>
              <a:gd name="adj" fmla="val 14634"/>
            </a:avLst>
          </a:prstGeom>
          <a:solidFill>
            <a:srgbClr val="E3F6F2"/>
          </a:solidFill>
          <a:ln w="0">
            <a:solidFill>
              <a:srgbClr val="E3F6F2"/>
            </a:solidFill>
            <a:prstDash val="solid"/>
          </a:ln>
        </p:spPr>
      </p:sp>
      <p:sp>
        <p:nvSpPr>
          <p:cNvPr id="22" name="직사각형 21">
            <a:extLst>
              <a:ext uri="{FF2B5EF4-FFF2-40B4-BE49-F238E27FC236}">
                <a16:creationId xmlns:a16="http://schemas.microsoft.com/office/drawing/2014/main" id="{9D453049-7031-4BC4-BA76-09A6181A9F2B}"/>
              </a:ext>
            </a:extLst>
          </p:cNvPr>
          <p:cNvSpPr>
            <a:spLocks noGrp="1"/>
          </p:cNvSpPr>
          <p:nvPr/>
        </p:nvSpPr>
        <p:spPr>
          <a:xfrm>
            <a:off x="838200" y="5314950"/>
            <a:ext cx="2552700" cy="590550"/>
          </a:xfrm>
          <a:prstGeom prst="rect">
            <a:avLst/>
          </a:prstGeom>
          <a:noFill/>
          <a:ln w="0">
            <a:noFill/>
            <a:prstDash val="solid"/>
          </a:ln>
        </p:spPr>
        <p:txBody>
          <a:bodyPr lIns="0" tIns="0" rIns="0" bIns="0" anchor="ctr"/>
          <a:lstStyle/>
          <a:p>
            <a:pPr algn="ctr">
              <a:defRPr sz="1275" b="1">
                <a:solidFill>
                  <a:srgbClr val="051C2C"/>
                </a:solidFill>
                <a:latin typeface="Noto Sans KR"/>
                <a:ea typeface="Noto Sans KR"/>
                <a:cs typeface="Noto Sans KR"/>
              </a:defRPr>
            </a:pPr>
            <a:r>
              <a:rPr sz="1275" b="1">
                <a:solidFill>
                  <a:srgbClr val="051C2C"/>
                </a:solidFill>
                <a:latin typeface="Noto Sans KR"/>
                <a:ea typeface="Noto Sans KR"/>
                <a:cs typeface="Noto Sans KR"/>
              </a:rPr>
              <a:t>추천 이유 + 낮은 점수 이유를</a:t>
            </a:r>
          </a:p>
          <a:p>
            <a:pPr algn="ctr">
              <a:defRPr sz="1275" b="1">
                <a:solidFill>
                  <a:srgbClr val="051C2C"/>
                </a:solidFill>
                <a:latin typeface="Noto Sans KR"/>
                <a:ea typeface="Noto Sans KR"/>
                <a:cs typeface="Noto Sans KR"/>
              </a:defRPr>
            </a:pPr>
            <a:r>
              <a:rPr sz="1275" b="1">
                <a:solidFill>
                  <a:srgbClr val="051C2C"/>
                </a:solidFill>
                <a:latin typeface="Noto Sans KR"/>
                <a:ea typeface="Noto Sans KR"/>
                <a:cs typeface="Noto Sans KR"/>
              </a:rPr>
              <a:t>함께 공개합니다.</a:t>
            </a:r>
          </a:p>
        </p:txBody>
      </p:sp>
      <p:sp>
        <p:nvSpPr>
          <p:cNvPr id="23" name="사각형: 둥근 모서리 22">
            <a:extLst>
              <a:ext uri="{FF2B5EF4-FFF2-40B4-BE49-F238E27FC236}">
                <a16:creationId xmlns:a16="http://schemas.microsoft.com/office/drawing/2014/main" id="{14EDEAAF-21D5-4392-86F8-E3F0C3C90E97}"/>
              </a:ext>
            </a:extLst>
          </p:cNvPr>
          <p:cNvSpPr>
            <a:spLocks noGrp="1"/>
          </p:cNvSpPr>
          <p:nvPr/>
        </p:nvSpPr>
        <p:spPr>
          <a:xfrm>
            <a:off x="3981450" y="1371600"/>
            <a:ext cx="7658100" cy="4686300"/>
          </a:xfrm>
          <a:prstGeom prst="roundRect">
            <a:avLst>
              <a:gd name="adj" fmla="val 2439"/>
            </a:avLst>
          </a:prstGeom>
          <a:solidFill>
            <a:srgbClr val="FFFFFF"/>
          </a:solidFill>
          <a:ln w="9525">
            <a:solidFill>
              <a:srgbClr val="D7DEE2"/>
            </a:solidFill>
            <a:prstDash val="solid"/>
          </a:ln>
        </p:spPr>
      </p:sp>
      <p:sp>
        <p:nvSpPr>
          <p:cNvPr id="24" name="사각형: 둥근 모서리 23">
            <a:extLst>
              <a:ext uri="{FF2B5EF4-FFF2-40B4-BE49-F238E27FC236}">
                <a16:creationId xmlns:a16="http://schemas.microsoft.com/office/drawing/2014/main" id="{D79EE2EA-65DA-4A28-9369-720462F3711A}"/>
              </a:ext>
            </a:extLst>
          </p:cNvPr>
          <p:cNvSpPr>
            <a:spLocks noGrp="1"/>
          </p:cNvSpPr>
          <p:nvPr/>
        </p:nvSpPr>
        <p:spPr>
          <a:xfrm>
            <a:off x="4171950" y="1562100"/>
            <a:ext cx="1390650" cy="285750"/>
          </a:xfrm>
          <a:prstGeom prst="roundRect">
            <a:avLst>
              <a:gd name="adj" fmla="val 40000"/>
            </a:avLst>
          </a:prstGeom>
          <a:solidFill>
            <a:srgbClr val="051C2C"/>
          </a:solidFill>
          <a:ln w="0">
            <a:solidFill>
              <a:srgbClr val="051C2C"/>
            </a:solidFill>
            <a:prstDash val="solid"/>
          </a:ln>
        </p:spPr>
      </p:sp>
      <p:sp>
        <p:nvSpPr>
          <p:cNvPr id="25" name="직사각형 24">
            <a:extLst>
              <a:ext uri="{FF2B5EF4-FFF2-40B4-BE49-F238E27FC236}">
                <a16:creationId xmlns:a16="http://schemas.microsoft.com/office/drawing/2014/main" id="{9AA65611-BD9A-46EF-8ACE-93042F84F897}"/>
              </a:ext>
            </a:extLst>
          </p:cNvPr>
          <p:cNvSpPr>
            <a:spLocks noGrp="1"/>
          </p:cNvSpPr>
          <p:nvPr/>
        </p:nvSpPr>
        <p:spPr>
          <a:xfrm>
            <a:off x="4171950" y="1562100"/>
            <a:ext cx="1390650" cy="285750"/>
          </a:xfrm>
          <a:prstGeom prst="rect">
            <a:avLst/>
          </a:prstGeom>
          <a:noFill/>
          <a:ln w="0">
            <a:noFill/>
            <a:prstDash val="solid"/>
          </a:ln>
        </p:spPr>
        <p:txBody>
          <a:bodyPr lIns="0" tIns="0" rIns="0" bIns="0" anchor="ctr"/>
          <a:lstStyle/>
          <a:p>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실제 후보국 추천 화면</a:t>
            </a:r>
          </a:p>
        </p:txBody>
      </p:sp>
      <p:pic>
        <p:nvPicPr>
          <p:cNvPr id="52" name="그림 51"/>
          <p:cNvPicPr>
            <a:picLocks noChangeAspect="1"/>
          </p:cNvPicPr>
          <p:nvPr/>
        </p:nvPicPr>
        <p:blipFill>
          <a:blip r:embed="rId5"/>
          <a:stretch/>
        </p:blipFill>
        <p:spPr>
          <a:xfrm>
            <a:off x="4178920" y="1428750"/>
            <a:ext cx="7263161" cy="4572000"/>
          </a:xfrm>
          <a:prstGeom prst="roundRect">
            <a:avLst>
              <a:gd name="adj" fmla="val 2500"/>
            </a:avLst>
          </a:prstGeom>
        </p:spPr>
      </p:pic>
      <p:pic>
        <p:nvPicPr>
          <p:cNvPr id="907" name="LIVE DEMO 02" descr="Embedded product demonstration video"/>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038600" y="1428750"/>
            <a:ext cx="7543800" cy="4572000"/>
          </a:xfrm>
          <a:prstGeom prst="rect">
            <a:avLst/>
          </a:prstGeom>
          <a:ln w="12700">
            <a:solidFill>
              <a:srgbClr val="D9E2F3"/>
            </a:solidFill>
          </a:ln>
        </p:spPr>
      </p:pic>
    </p:spTree>
    <p:extLst>
      <p:ext uri="{BB962C8B-B14F-4D97-AF65-F5344CB8AC3E}">
        <p14:creationId xmlns:p14="http://schemas.microsoft.com/office/powerpoint/2010/main" val="265823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직사각형 31">
            <a:extLst>
              <a:ext uri="{FF2B5EF4-FFF2-40B4-BE49-F238E27FC236}">
                <a16:creationId xmlns:a16="http://schemas.microsoft.com/office/drawing/2014/main" id="{1936F543-1C1B-4F86-ADEB-AFD5EDEDA0F0}"/>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buNone/>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LIVE PRODUCT · STEP 4</a:t>
            </a:r>
          </a:p>
        </p:txBody>
      </p:sp>
      <p:sp>
        <p:nvSpPr>
          <p:cNvPr id="2" name="slide-8-title">
            <a:extLst>
              <a:ext uri="{FF2B5EF4-FFF2-40B4-BE49-F238E27FC236}">
                <a16:creationId xmlns:a16="http://schemas.microsoft.com/office/drawing/2014/main" id="{63C3678D-DD0F-4BA6-9599-CD3631AC91DF}"/>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buNone/>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국가 상세 화면에서 수출 전 필요한 정보를 한 번에 확인합니다</a:t>
            </a:r>
          </a:p>
        </p:txBody>
      </p:sp>
      <p:sp>
        <p:nvSpPr>
          <p:cNvPr id="3" name="직사각형 2">
            <a:extLst>
              <a:ext uri="{FF2B5EF4-FFF2-40B4-BE49-F238E27FC236}">
                <a16:creationId xmlns:a16="http://schemas.microsoft.com/office/drawing/2014/main" id="{08A46FB8-1836-46E2-8F57-27429E5751D3}"/>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ECB4FD1E-A895-44D6-B7D5-E97DC5A77FA1}"/>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9E5F7272-824F-4405-A1C9-887F64C21ACB}"/>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6E082188-DB03-49F5-BD34-B3750A54920E}"/>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algn="l">
              <a:buNone/>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UN Comtrade·USITC·KOTRA·World Bank·K-SURE·KOSTI</a:t>
            </a:r>
          </a:p>
        </p:txBody>
      </p:sp>
      <p:sp>
        <p:nvSpPr>
          <p:cNvPr id="7" name="직사각형 6">
            <a:extLst>
              <a:ext uri="{FF2B5EF4-FFF2-40B4-BE49-F238E27FC236}">
                <a16:creationId xmlns:a16="http://schemas.microsoft.com/office/drawing/2014/main" id="{989623F7-DB92-4B56-B939-B4765C6BF850}"/>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buNone/>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08</a:t>
            </a:r>
          </a:p>
        </p:txBody>
      </p:sp>
      <p:sp>
        <p:nvSpPr>
          <p:cNvPr id="8" name="사각형: 둥근 모서리 7">
            <a:extLst>
              <a:ext uri="{FF2B5EF4-FFF2-40B4-BE49-F238E27FC236}">
                <a16:creationId xmlns:a16="http://schemas.microsoft.com/office/drawing/2014/main" id="{E3BFE363-48D7-44D9-A70D-39CF132AF66C}"/>
              </a:ext>
            </a:extLst>
          </p:cNvPr>
          <p:cNvSpPr>
            <a:spLocks noGrp="1"/>
          </p:cNvSpPr>
          <p:nvPr/>
        </p:nvSpPr>
        <p:spPr>
          <a:xfrm>
            <a:off x="552450" y="1447800"/>
            <a:ext cx="6305550" cy="2771775"/>
          </a:xfrm>
          <a:prstGeom prst="roundRect">
            <a:avLst>
              <a:gd name="adj" fmla="val 4124"/>
            </a:avLst>
          </a:prstGeom>
          <a:solidFill>
            <a:srgbClr val="FFFFFF"/>
          </a:solidFill>
          <a:ln w="9525">
            <a:solidFill>
              <a:srgbClr val="D7DEE2"/>
            </a:solidFill>
            <a:prstDash val="solid"/>
          </a:ln>
        </p:spPr>
      </p:sp>
      <p:sp>
        <p:nvSpPr>
          <p:cNvPr id="9" name="사각형: 둥근 모서리 8">
            <a:extLst>
              <a:ext uri="{FF2B5EF4-FFF2-40B4-BE49-F238E27FC236}">
                <a16:creationId xmlns:a16="http://schemas.microsoft.com/office/drawing/2014/main" id="{A1A71DDE-5856-46E0-B6DA-5E091BB12A43}"/>
              </a:ext>
            </a:extLst>
          </p:cNvPr>
          <p:cNvSpPr>
            <a:spLocks noGrp="1"/>
          </p:cNvSpPr>
          <p:nvPr/>
        </p:nvSpPr>
        <p:spPr>
          <a:xfrm>
            <a:off x="742950" y="1638300"/>
            <a:ext cx="1676400" cy="285750"/>
          </a:xfrm>
          <a:prstGeom prst="roundRect">
            <a:avLst>
              <a:gd name="adj" fmla="val 40000"/>
            </a:avLst>
          </a:prstGeom>
          <a:solidFill>
            <a:srgbClr val="051C2C"/>
          </a:solidFill>
          <a:ln w="0">
            <a:solidFill>
              <a:srgbClr val="051C2C"/>
            </a:solidFill>
            <a:prstDash val="solid"/>
          </a:ln>
        </p:spPr>
      </p:sp>
      <p:sp>
        <p:nvSpPr>
          <p:cNvPr id="10" name="직사각형 9">
            <a:extLst>
              <a:ext uri="{FF2B5EF4-FFF2-40B4-BE49-F238E27FC236}">
                <a16:creationId xmlns:a16="http://schemas.microsoft.com/office/drawing/2014/main" id="{A981CDA8-3758-4659-B652-E7074B9EAF46}"/>
              </a:ext>
            </a:extLst>
          </p:cNvPr>
          <p:cNvSpPr>
            <a:spLocks noGrp="1"/>
          </p:cNvSpPr>
          <p:nvPr/>
        </p:nvSpPr>
        <p:spPr>
          <a:xfrm>
            <a:off x="742950" y="1638300"/>
            <a:ext cx="1676400" cy="285750"/>
          </a:xfrm>
          <a:prstGeom prst="rect">
            <a:avLst/>
          </a:prstGeom>
          <a:noFill/>
          <a:ln w="0">
            <a:noFill/>
            <a:prstDash val="solid"/>
          </a:ln>
        </p:spPr>
        <p:txBody>
          <a:bodyPr lIns="0" tIns="0" rIns="0" bIns="0" anchor="ctr"/>
          <a:lstStyle/>
          <a:p>
            <a:pPr algn="ctr">
              <a:buNone/>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실제 데모 · 미국 국가상세</a:t>
            </a:r>
          </a:p>
        </p:txBody>
      </p:sp>
      <p:sp>
        <p:nvSpPr>
          <p:cNvPr id="12" name="직사각형 11">
            <a:extLst>
              <a:ext uri="{FF2B5EF4-FFF2-40B4-BE49-F238E27FC236}">
                <a16:creationId xmlns:a16="http://schemas.microsoft.com/office/drawing/2014/main" id="{225889D9-2733-4BA0-96D5-F7255DA40192}"/>
              </a:ext>
            </a:extLst>
          </p:cNvPr>
          <p:cNvSpPr>
            <a:spLocks noGrp="1"/>
          </p:cNvSpPr>
          <p:nvPr/>
        </p:nvSpPr>
        <p:spPr>
          <a:xfrm>
            <a:off x="552450" y="5715000"/>
            <a:ext cx="6038850" cy="609600"/>
          </a:xfrm>
          <a:prstGeom prst="rect">
            <a:avLst/>
          </a:prstGeom>
          <a:noFill/>
          <a:ln w="0">
            <a:noFill/>
            <a:prstDash val="solid"/>
          </a:ln>
        </p:spPr>
        <p:txBody>
          <a:bodyPr lIns="0" tIns="0" rIns="0" bIns="0" anchor="ctr"/>
          <a:lstStyle/>
          <a:p>
            <a:pPr algn="l">
              <a:buNone/>
              <a:defRPr sz="1350" b="1">
                <a:solidFill>
                  <a:srgbClr val="051C2C"/>
                </a:solidFill>
                <a:latin typeface="Noto Sans KR"/>
                <a:ea typeface="Noto Sans KR"/>
                <a:cs typeface="Noto Sans KR"/>
              </a:defRPr>
            </a:pPr>
            <a:r>
              <a:rPr sz="1350" b="1">
                <a:solidFill>
                  <a:srgbClr val="051C2C"/>
                </a:solidFill>
                <a:latin typeface="Noto Sans KR"/>
                <a:ea typeface="Noto Sans KR"/>
                <a:cs typeface="Noto Sans KR"/>
              </a:rPr>
              <a:t>수출 전에 확인해야 할 시장·관세·인증·거래 조건을 국가별 근거 데이터와 함께 제공합니다.</a:t>
            </a:r>
          </a:p>
        </p:txBody>
      </p:sp>
      <p:sp>
        <p:nvSpPr>
          <p:cNvPr id="16" name="직사각형 15">
            <a:extLst>
              <a:ext uri="{FF2B5EF4-FFF2-40B4-BE49-F238E27FC236}">
                <a16:creationId xmlns:a16="http://schemas.microsoft.com/office/drawing/2014/main" id="{9081A51D-9A42-45D7-904D-90104534575C}"/>
              </a:ext>
            </a:extLst>
          </p:cNvPr>
          <p:cNvSpPr>
            <a:spLocks noGrp="1"/>
          </p:cNvSpPr>
          <p:nvPr/>
        </p:nvSpPr>
        <p:spPr>
          <a:xfrm>
            <a:off x="7219950" y="1466850"/>
            <a:ext cx="4362450" cy="361950"/>
          </a:xfrm>
          <a:prstGeom prst="rect">
            <a:avLst/>
          </a:prstGeom>
          <a:noFill/>
          <a:ln w="0">
            <a:noFill/>
            <a:prstDash val="solid"/>
          </a:ln>
        </p:spPr>
        <p:txBody>
          <a:bodyPr lIns="0" tIns="0" rIns="0" bIns="0" anchor="ctr"/>
          <a:lstStyle/>
          <a:p>
            <a:pPr algn="l">
              <a:buNone/>
              <a:defRPr sz="1500" b="1">
                <a:solidFill>
                  <a:srgbClr val="051C2C"/>
                </a:solidFill>
                <a:latin typeface="Noto Sans KR"/>
                <a:ea typeface="Noto Sans KR"/>
                <a:cs typeface="Noto Sans KR"/>
              </a:defRPr>
            </a:pPr>
            <a:r>
              <a:rPr sz="1500" b="1">
                <a:solidFill>
                  <a:srgbClr val="051C2C"/>
                </a:solidFill>
                <a:latin typeface="Noto Sans KR"/>
                <a:ea typeface="Noto Sans KR"/>
                <a:cs typeface="Noto Sans KR"/>
              </a:rPr>
              <a:t>국가 상세에서 제공하는 정보</a:t>
            </a:r>
          </a:p>
        </p:txBody>
      </p:sp>
      <p:sp>
        <p:nvSpPr>
          <p:cNvPr id="17" name="직사각형 16">
            <a:extLst>
              <a:ext uri="{FF2B5EF4-FFF2-40B4-BE49-F238E27FC236}">
                <a16:creationId xmlns:a16="http://schemas.microsoft.com/office/drawing/2014/main" id="{99F586E6-C9DC-403F-9EA1-AD9192D12F8D}"/>
              </a:ext>
            </a:extLst>
          </p:cNvPr>
          <p:cNvSpPr>
            <a:spLocks noGrp="1"/>
          </p:cNvSpPr>
          <p:nvPr/>
        </p:nvSpPr>
        <p:spPr>
          <a:xfrm>
            <a:off x="7219950" y="1981200"/>
            <a:ext cx="1066800" cy="228600"/>
          </a:xfrm>
          <a:prstGeom prst="rect">
            <a:avLst/>
          </a:prstGeom>
          <a:noFill/>
          <a:ln w="0">
            <a:noFill/>
            <a:prstDash val="solid"/>
          </a:ln>
        </p:spPr>
        <p:txBody>
          <a:bodyPr lIns="0" tIns="0" rIns="0" bIns="0" anchor="ctr"/>
          <a:lstStyle/>
          <a:p>
            <a:pPr algn="l">
              <a:buNone/>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시장·산업</a:t>
            </a:r>
          </a:p>
        </p:txBody>
      </p:sp>
      <p:sp>
        <p:nvSpPr>
          <p:cNvPr id="18" name="직사각형 17">
            <a:extLst>
              <a:ext uri="{FF2B5EF4-FFF2-40B4-BE49-F238E27FC236}">
                <a16:creationId xmlns:a16="http://schemas.microsoft.com/office/drawing/2014/main" id="{ED1CD3CD-384D-4965-9E03-B866A65CDCD3}"/>
              </a:ext>
            </a:extLst>
          </p:cNvPr>
          <p:cNvSpPr>
            <a:spLocks noGrp="1"/>
          </p:cNvSpPr>
          <p:nvPr/>
        </p:nvSpPr>
        <p:spPr>
          <a:xfrm>
            <a:off x="7219950" y="2190750"/>
            <a:ext cx="1714500" cy="457200"/>
          </a:xfrm>
          <a:prstGeom prst="rect">
            <a:avLst/>
          </a:prstGeom>
          <a:noFill/>
          <a:ln w="0">
            <a:noFill/>
            <a:prstDash val="solid"/>
          </a:ln>
        </p:spPr>
        <p:txBody>
          <a:bodyPr lIns="0" tIns="0" rIns="0" bIns="0" anchor="ctr"/>
          <a:lstStyle/>
          <a:p>
            <a:pPr algn="l">
              <a:buNone/>
              <a:defRPr sz="2100" b="1">
                <a:solidFill>
                  <a:srgbClr val="051C2C"/>
                </a:solidFill>
                <a:latin typeface="Noto Sans KR"/>
                <a:ea typeface="Noto Sans KR"/>
                <a:cs typeface="Noto Sans KR"/>
              </a:defRPr>
            </a:pPr>
            <a:r>
              <a:rPr sz="2100" b="1">
                <a:solidFill>
                  <a:srgbClr val="051C2C"/>
                </a:solidFill>
                <a:latin typeface="Noto Sans KR"/>
                <a:ea typeface="Noto Sans KR"/>
                <a:cs typeface="Noto Sans KR"/>
              </a:rPr>
              <a:t>시장·경쟁력</a:t>
            </a:r>
          </a:p>
        </p:txBody>
      </p:sp>
      <p:sp>
        <p:nvSpPr>
          <p:cNvPr id="19" name="직사각형 18">
            <a:extLst>
              <a:ext uri="{FF2B5EF4-FFF2-40B4-BE49-F238E27FC236}">
                <a16:creationId xmlns:a16="http://schemas.microsoft.com/office/drawing/2014/main" id="{1F9F1D98-498D-465E-B94B-9AD59154AB80}"/>
              </a:ext>
            </a:extLst>
          </p:cNvPr>
          <p:cNvSpPr>
            <a:spLocks noGrp="1"/>
          </p:cNvSpPr>
          <p:nvPr/>
        </p:nvSpPr>
        <p:spPr>
          <a:xfrm>
            <a:off x="8991600" y="2171700"/>
            <a:ext cx="2590800" cy="495300"/>
          </a:xfrm>
          <a:prstGeom prst="rect">
            <a:avLst/>
          </a:prstGeom>
          <a:noFill/>
          <a:ln w="0">
            <a:noFill/>
            <a:prstDash val="solid"/>
          </a:ln>
        </p:spPr>
        <p:txBody>
          <a:bodyPr lIns="0" tIns="0" rIns="0" bIns="0" anchor="ctr"/>
          <a:lstStyle/>
          <a:p>
            <a:pPr algn="l">
              <a:buNone/>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국가·업종 동향 · 한국산 진입 여건</a:t>
            </a:r>
          </a:p>
        </p:txBody>
      </p:sp>
      <p:sp>
        <p:nvSpPr>
          <p:cNvPr id="20" name="직사각형 19">
            <a:extLst>
              <a:ext uri="{FF2B5EF4-FFF2-40B4-BE49-F238E27FC236}">
                <a16:creationId xmlns:a16="http://schemas.microsoft.com/office/drawing/2014/main" id="{B3EA6483-542C-4D8D-93D9-60C58E7EF32D}"/>
              </a:ext>
            </a:extLst>
          </p:cNvPr>
          <p:cNvSpPr>
            <a:spLocks noGrp="1"/>
          </p:cNvSpPr>
          <p:nvPr/>
        </p:nvSpPr>
        <p:spPr>
          <a:xfrm>
            <a:off x="7219950" y="2762250"/>
            <a:ext cx="4362450" cy="9525"/>
          </a:xfrm>
          <a:prstGeom prst="rect">
            <a:avLst/>
          </a:prstGeom>
          <a:solidFill>
            <a:srgbClr val="D7DEE2"/>
          </a:solidFill>
          <a:ln w="0">
            <a:solidFill>
              <a:srgbClr val="D7DEE2"/>
            </a:solidFill>
            <a:prstDash val="solid"/>
          </a:ln>
        </p:spPr>
      </p:sp>
      <p:sp>
        <p:nvSpPr>
          <p:cNvPr id="21" name="직사각형 20">
            <a:extLst>
              <a:ext uri="{FF2B5EF4-FFF2-40B4-BE49-F238E27FC236}">
                <a16:creationId xmlns:a16="http://schemas.microsoft.com/office/drawing/2014/main" id="{CF77BE6F-ED90-4127-B8FB-E748440A0F53}"/>
              </a:ext>
            </a:extLst>
          </p:cNvPr>
          <p:cNvSpPr>
            <a:spLocks noGrp="1"/>
          </p:cNvSpPr>
          <p:nvPr/>
        </p:nvSpPr>
        <p:spPr>
          <a:xfrm>
            <a:off x="7219950" y="2895600"/>
            <a:ext cx="1066800" cy="228600"/>
          </a:xfrm>
          <a:prstGeom prst="rect">
            <a:avLst/>
          </a:prstGeom>
          <a:noFill/>
          <a:ln w="0">
            <a:noFill/>
            <a:prstDash val="solid"/>
          </a:ln>
        </p:spPr>
        <p:txBody>
          <a:bodyPr lIns="0" tIns="0" rIns="0" bIns="0" anchor="ctr"/>
          <a:lstStyle/>
          <a:p>
            <a:pPr algn="l">
              <a:buNone/>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관세·분류</a:t>
            </a:r>
          </a:p>
        </p:txBody>
      </p:sp>
      <p:sp>
        <p:nvSpPr>
          <p:cNvPr id="22" name="직사각형 21">
            <a:extLst>
              <a:ext uri="{FF2B5EF4-FFF2-40B4-BE49-F238E27FC236}">
                <a16:creationId xmlns:a16="http://schemas.microsoft.com/office/drawing/2014/main" id="{F82FA9BA-3C53-4BEC-B1F1-4C034A4698A6}"/>
              </a:ext>
            </a:extLst>
          </p:cNvPr>
          <p:cNvSpPr>
            <a:spLocks noGrp="1"/>
          </p:cNvSpPr>
          <p:nvPr/>
        </p:nvSpPr>
        <p:spPr>
          <a:xfrm>
            <a:off x="7219950" y="3105150"/>
            <a:ext cx="1714500" cy="457200"/>
          </a:xfrm>
          <a:prstGeom prst="rect">
            <a:avLst/>
          </a:prstGeom>
          <a:noFill/>
          <a:ln w="0">
            <a:noFill/>
            <a:prstDash val="solid"/>
          </a:ln>
        </p:spPr>
        <p:txBody>
          <a:bodyPr lIns="0" tIns="0" rIns="0" bIns="0" anchor="ctr"/>
          <a:lstStyle/>
          <a:p>
            <a:pPr algn="l">
              <a:buNone/>
              <a:defRPr sz="2100" b="1">
                <a:solidFill>
                  <a:srgbClr val="051C2C"/>
                </a:solidFill>
                <a:latin typeface="Noto Sans KR"/>
                <a:ea typeface="Noto Sans KR"/>
                <a:cs typeface="Noto Sans KR"/>
              </a:defRPr>
            </a:pPr>
            <a:r>
              <a:rPr sz="2100" b="1">
                <a:solidFill>
                  <a:srgbClr val="051C2C"/>
                </a:solidFill>
                <a:latin typeface="Noto Sans KR"/>
                <a:ea typeface="Noto Sans KR"/>
                <a:cs typeface="Noto Sans KR"/>
              </a:rPr>
              <a:t>세번·관세</a:t>
            </a:r>
          </a:p>
        </p:txBody>
      </p:sp>
      <p:sp>
        <p:nvSpPr>
          <p:cNvPr id="23" name="직사각형 22">
            <a:extLst>
              <a:ext uri="{FF2B5EF4-FFF2-40B4-BE49-F238E27FC236}">
                <a16:creationId xmlns:a16="http://schemas.microsoft.com/office/drawing/2014/main" id="{E0FA0270-C727-4484-9D0F-3B6C78A972B9}"/>
              </a:ext>
            </a:extLst>
          </p:cNvPr>
          <p:cNvSpPr>
            <a:spLocks noGrp="1"/>
          </p:cNvSpPr>
          <p:nvPr/>
        </p:nvSpPr>
        <p:spPr>
          <a:xfrm>
            <a:off x="8991600" y="3086100"/>
            <a:ext cx="2590800" cy="495300"/>
          </a:xfrm>
          <a:prstGeom prst="rect">
            <a:avLst/>
          </a:prstGeom>
          <a:noFill/>
          <a:ln w="0">
            <a:noFill/>
            <a:prstDash val="solid"/>
          </a:ln>
        </p:spPr>
        <p:txBody>
          <a:bodyPr lIns="0" tIns="0" rIns="0" bIns="0" anchor="ctr"/>
          <a:lstStyle/>
          <a:p>
            <a:pPr algn="l">
              <a:buNone/>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FTA 적용 · 기본·추가관세 확인</a:t>
            </a:r>
          </a:p>
        </p:txBody>
      </p:sp>
      <p:sp>
        <p:nvSpPr>
          <p:cNvPr id="24" name="직사각형 23">
            <a:extLst>
              <a:ext uri="{FF2B5EF4-FFF2-40B4-BE49-F238E27FC236}">
                <a16:creationId xmlns:a16="http://schemas.microsoft.com/office/drawing/2014/main" id="{38D8C36E-FFB9-42CB-B010-C650D3BF75CD}"/>
              </a:ext>
            </a:extLst>
          </p:cNvPr>
          <p:cNvSpPr>
            <a:spLocks noGrp="1"/>
          </p:cNvSpPr>
          <p:nvPr/>
        </p:nvSpPr>
        <p:spPr>
          <a:xfrm>
            <a:off x="7219950" y="3676650"/>
            <a:ext cx="4362450" cy="9525"/>
          </a:xfrm>
          <a:prstGeom prst="rect">
            <a:avLst/>
          </a:prstGeom>
          <a:solidFill>
            <a:srgbClr val="D7DEE2"/>
          </a:solidFill>
          <a:ln w="0">
            <a:solidFill>
              <a:srgbClr val="D7DEE2"/>
            </a:solidFill>
            <a:prstDash val="solid"/>
          </a:ln>
        </p:spPr>
      </p:sp>
      <p:sp>
        <p:nvSpPr>
          <p:cNvPr id="25" name="직사각형 24">
            <a:extLst>
              <a:ext uri="{FF2B5EF4-FFF2-40B4-BE49-F238E27FC236}">
                <a16:creationId xmlns:a16="http://schemas.microsoft.com/office/drawing/2014/main" id="{11DB716F-ED7A-487C-80E9-4AE4E0A2EA7E}"/>
              </a:ext>
            </a:extLst>
          </p:cNvPr>
          <p:cNvSpPr>
            <a:spLocks noGrp="1"/>
          </p:cNvSpPr>
          <p:nvPr/>
        </p:nvSpPr>
        <p:spPr>
          <a:xfrm>
            <a:off x="7219950" y="3810000"/>
            <a:ext cx="1066800" cy="228600"/>
          </a:xfrm>
          <a:prstGeom prst="rect">
            <a:avLst/>
          </a:prstGeom>
          <a:noFill/>
          <a:ln w="0">
            <a:noFill/>
            <a:prstDash val="solid"/>
          </a:ln>
        </p:spPr>
        <p:txBody>
          <a:bodyPr lIns="0" tIns="0" rIns="0" bIns="0" anchor="ctr"/>
          <a:lstStyle/>
          <a:p>
            <a:pPr algn="l">
              <a:buNone/>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인증·규제</a:t>
            </a:r>
          </a:p>
        </p:txBody>
      </p:sp>
      <p:sp>
        <p:nvSpPr>
          <p:cNvPr id="26" name="직사각형 25">
            <a:extLst>
              <a:ext uri="{FF2B5EF4-FFF2-40B4-BE49-F238E27FC236}">
                <a16:creationId xmlns:a16="http://schemas.microsoft.com/office/drawing/2014/main" id="{F5EFADF5-B221-4DB6-9266-0BB73AA9E854}"/>
              </a:ext>
            </a:extLst>
          </p:cNvPr>
          <p:cNvSpPr>
            <a:spLocks noGrp="1"/>
          </p:cNvSpPr>
          <p:nvPr/>
        </p:nvSpPr>
        <p:spPr>
          <a:xfrm>
            <a:off x="7219950" y="4019550"/>
            <a:ext cx="1714500" cy="457200"/>
          </a:xfrm>
          <a:prstGeom prst="rect">
            <a:avLst/>
          </a:prstGeom>
          <a:noFill/>
          <a:ln w="0">
            <a:noFill/>
            <a:prstDash val="solid"/>
          </a:ln>
        </p:spPr>
        <p:txBody>
          <a:bodyPr lIns="0" tIns="0" rIns="0" bIns="0" anchor="ctr"/>
          <a:lstStyle/>
          <a:p>
            <a:pPr algn="l">
              <a:buNone/>
              <a:defRPr sz="2100" b="1">
                <a:solidFill>
                  <a:srgbClr val="C62828"/>
                </a:solidFill>
                <a:latin typeface="Noto Sans KR"/>
                <a:ea typeface="Noto Sans KR"/>
                <a:cs typeface="Noto Sans KR"/>
              </a:defRPr>
            </a:pPr>
            <a:r>
              <a:rPr sz="2100" b="1">
                <a:solidFill>
                  <a:srgbClr val="C62828"/>
                </a:solidFill>
                <a:latin typeface="Noto Sans KR"/>
                <a:ea typeface="Noto Sans KR"/>
                <a:cs typeface="Noto Sans KR"/>
              </a:rPr>
              <a:t>인증·수입규제</a:t>
            </a:r>
          </a:p>
        </p:txBody>
      </p:sp>
      <p:sp>
        <p:nvSpPr>
          <p:cNvPr id="27" name="직사각형 26">
            <a:extLst>
              <a:ext uri="{FF2B5EF4-FFF2-40B4-BE49-F238E27FC236}">
                <a16:creationId xmlns:a16="http://schemas.microsoft.com/office/drawing/2014/main" id="{25CD5943-8A86-4719-B829-F364A8D47369}"/>
              </a:ext>
            </a:extLst>
          </p:cNvPr>
          <p:cNvSpPr>
            <a:spLocks noGrp="1"/>
          </p:cNvSpPr>
          <p:nvPr/>
        </p:nvSpPr>
        <p:spPr>
          <a:xfrm>
            <a:off x="8991600" y="4000500"/>
            <a:ext cx="2590800" cy="495300"/>
          </a:xfrm>
          <a:prstGeom prst="rect">
            <a:avLst/>
          </a:prstGeom>
          <a:noFill/>
          <a:ln w="0">
            <a:noFill/>
            <a:prstDash val="solid"/>
          </a:ln>
        </p:spPr>
        <p:txBody>
          <a:bodyPr lIns="0" tIns="0" rIns="0" bIns="0" anchor="ctr"/>
          <a:lstStyle/>
          <a:p>
            <a:pPr algn="l">
              <a:buNone/>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필수 인증 · 안전기준 · 반덤핑</a:t>
            </a:r>
          </a:p>
        </p:txBody>
      </p:sp>
      <p:sp>
        <p:nvSpPr>
          <p:cNvPr id="28" name="직사각형 27">
            <a:extLst>
              <a:ext uri="{FF2B5EF4-FFF2-40B4-BE49-F238E27FC236}">
                <a16:creationId xmlns:a16="http://schemas.microsoft.com/office/drawing/2014/main" id="{3AE131B9-3995-4FE5-BB76-86616B687245}"/>
              </a:ext>
            </a:extLst>
          </p:cNvPr>
          <p:cNvSpPr>
            <a:spLocks noGrp="1"/>
          </p:cNvSpPr>
          <p:nvPr/>
        </p:nvSpPr>
        <p:spPr>
          <a:xfrm>
            <a:off x="7219950" y="4591050"/>
            <a:ext cx="4362450" cy="9525"/>
          </a:xfrm>
          <a:prstGeom prst="rect">
            <a:avLst/>
          </a:prstGeom>
          <a:solidFill>
            <a:srgbClr val="D7DEE2"/>
          </a:solidFill>
          <a:ln w="0">
            <a:solidFill>
              <a:srgbClr val="D7DEE2"/>
            </a:solidFill>
            <a:prstDash val="solid"/>
          </a:ln>
        </p:spPr>
      </p:sp>
      <p:sp>
        <p:nvSpPr>
          <p:cNvPr id="29" name="직사각형 28">
            <a:extLst>
              <a:ext uri="{FF2B5EF4-FFF2-40B4-BE49-F238E27FC236}">
                <a16:creationId xmlns:a16="http://schemas.microsoft.com/office/drawing/2014/main" id="{21D60685-4EEF-4835-94EF-1CA771235596}"/>
              </a:ext>
            </a:extLst>
          </p:cNvPr>
          <p:cNvSpPr>
            <a:spLocks noGrp="1"/>
          </p:cNvSpPr>
          <p:nvPr/>
        </p:nvSpPr>
        <p:spPr>
          <a:xfrm>
            <a:off x="7219950" y="4724400"/>
            <a:ext cx="1066800" cy="228600"/>
          </a:xfrm>
          <a:prstGeom prst="rect">
            <a:avLst/>
          </a:prstGeom>
          <a:noFill/>
          <a:ln w="0">
            <a:noFill/>
            <a:prstDash val="solid"/>
          </a:ln>
        </p:spPr>
        <p:txBody>
          <a:bodyPr lIns="0" tIns="0" rIns="0" bIns="0" anchor="ctr"/>
          <a:lstStyle/>
          <a:p>
            <a:pPr algn="l">
              <a:buNone/>
              <a:defRPr sz="900" b="1">
                <a:solidFill>
                  <a:srgbClr val="00A58A"/>
                </a:solidFill>
                <a:latin typeface="Noto Sans KR"/>
                <a:ea typeface="Noto Sans KR"/>
                <a:cs typeface="Noto Sans KR"/>
              </a:defRPr>
            </a:pPr>
            <a:r>
              <a:rPr sz="900" b="1">
                <a:solidFill>
                  <a:srgbClr val="00A58A"/>
                </a:solidFill>
                <a:latin typeface="Noto Sans KR"/>
                <a:ea typeface="Noto Sans KR"/>
                <a:cs typeface="Noto Sans KR"/>
              </a:rPr>
              <a:t>거래·비용</a:t>
            </a:r>
          </a:p>
        </p:txBody>
      </p:sp>
      <p:sp>
        <p:nvSpPr>
          <p:cNvPr id="30" name="직사각형 29">
            <a:extLst>
              <a:ext uri="{FF2B5EF4-FFF2-40B4-BE49-F238E27FC236}">
                <a16:creationId xmlns:a16="http://schemas.microsoft.com/office/drawing/2014/main" id="{C5BB3E51-A5E2-424A-82A0-F4882A6A5F4A}"/>
              </a:ext>
            </a:extLst>
          </p:cNvPr>
          <p:cNvSpPr>
            <a:spLocks noGrp="1"/>
          </p:cNvSpPr>
          <p:nvPr/>
        </p:nvSpPr>
        <p:spPr>
          <a:xfrm>
            <a:off x="7219950" y="4933950"/>
            <a:ext cx="1714500" cy="457200"/>
          </a:xfrm>
          <a:prstGeom prst="rect">
            <a:avLst/>
          </a:prstGeom>
          <a:noFill/>
          <a:ln w="0">
            <a:noFill/>
            <a:prstDash val="solid"/>
          </a:ln>
        </p:spPr>
        <p:txBody>
          <a:bodyPr lIns="0" tIns="0" rIns="0" bIns="0" anchor="ctr"/>
          <a:lstStyle/>
          <a:p>
            <a:pPr algn="l">
              <a:buNone/>
              <a:defRPr sz="2100" b="1">
                <a:solidFill>
                  <a:srgbClr val="051C2C"/>
                </a:solidFill>
                <a:latin typeface="Noto Sans KR"/>
                <a:ea typeface="Noto Sans KR"/>
                <a:cs typeface="Noto Sans KR"/>
              </a:defRPr>
            </a:pPr>
            <a:r>
              <a:rPr sz="2100" b="1">
                <a:solidFill>
                  <a:srgbClr val="051C2C"/>
                </a:solidFill>
                <a:latin typeface="Noto Sans KR"/>
                <a:ea typeface="Noto Sans KR"/>
                <a:cs typeface="Noto Sans KR"/>
              </a:rPr>
              <a:t>거래 리스크</a:t>
            </a:r>
          </a:p>
        </p:txBody>
      </p:sp>
      <p:sp>
        <p:nvSpPr>
          <p:cNvPr id="31" name="직사각형 30">
            <a:extLst>
              <a:ext uri="{FF2B5EF4-FFF2-40B4-BE49-F238E27FC236}">
                <a16:creationId xmlns:a16="http://schemas.microsoft.com/office/drawing/2014/main" id="{5B1A6DCE-985C-4878-8567-9EE05A1D0BCB}"/>
              </a:ext>
            </a:extLst>
          </p:cNvPr>
          <p:cNvSpPr>
            <a:spLocks noGrp="1"/>
          </p:cNvSpPr>
          <p:nvPr/>
        </p:nvSpPr>
        <p:spPr>
          <a:xfrm>
            <a:off x="8991600" y="4914900"/>
            <a:ext cx="2590800" cy="495300"/>
          </a:xfrm>
          <a:prstGeom prst="rect">
            <a:avLst/>
          </a:prstGeom>
          <a:noFill/>
          <a:ln w="0">
            <a:noFill/>
            <a:prstDash val="solid"/>
          </a:ln>
        </p:spPr>
        <p:txBody>
          <a:bodyPr lIns="0" tIns="0" rIns="0" bIns="0" anchor="ctr"/>
          <a:lstStyle/>
          <a:p>
            <a:pPr algn="l">
              <a:buNone/>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국가신용 · 결제위험 · 운임·환율</a:t>
            </a:r>
          </a:p>
        </p:txBody>
      </p:sp>
      <p:pic>
        <p:nvPicPr>
          <p:cNvPr id="61" name="LIVE DEMO 03"/>
          <p:cNvPicPr>
            <a:picLocks noChangeAspect="1"/>
          </p:cNvPicPr>
          <p:nvPr/>
        </p:nvPicPr>
        <p:blipFill>
          <a:blip r:embed="rId3"/>
          <a:stretch>
            <a:fillRect/>
          </a:stretch>
        </p:blipFill>
        <p:spPr>
          <a:xfrm>
            <a:off x="346841" y="1257300"/>
            <a:ext cx="6815959" cy="4457700"/>
          </a:xfrm>
          <a:prstGeom prst="rect">
            <a:avLst/>
          </a:prstGeom>
          <a:ln w="12700">
            <a:solidFill>
              <a:srgbClr val="D9E2F3"/>
            </a:solidFill>
          </a:ln>
        </p:spPr>
      </p:pic>
    </p:spTree>
    <p:extLst>
      <p:ext uri="{BB962C8B-B14F-4D97-AF65-F5344CB8AC3E}">
        <p14:creationId xmlns:p14="http://schemas.microsoft.com/office/powerpoint/2010/main" val="741398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직사각형 27">
            <a:extLst>
              <a:ext uri="{FF2B5EF4-FFF2-40B4-BE49-F238E27FC236}">
                <a16:creationId xmlns:a16="http://schemas.microsoft.com/office/drawing/2014/main" id="{D68CAFCE-26B2-4A46-B0B6-B88BD47D0294}"/>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LIVE PRODUCT · STEP 5</a:t>
            </a:r>
          </a:p>
        </p:txBody>
      </p:sp>
      <p:sp>
        <p:nvSpPr>
          <p:cNvPr id="2" name="slide-9-title">
            <a:extLst>
              <a:ext uri="{FF2B5EF4-FFF2-40B4-BE49-F238E27FC236}">
                <a16:creationId xmlns:a16="http://schemas.microsoft.com/office/drawing/2014/main" id="{985B11C7-02F8-4147-8615-533C7FC88FA7}"/>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AI는 요약문이 아니라 조건부 추진과 다음 행동을 만듭니다</a:t>
            </a:r>
          </a:p>
        </p:txBody>
      </p:sp>
      <p:sp>
        <p:nvSpPr>
          <p:cNvPr id="3" name="직사각형 2">
            <a:extLst>
              <a:ext uri="{FF2B5EF4-FFF2-40B4-BE49-F238E27FC236}">
                <a16:creationId xmlns:a16="http://schemas.microsoft.com/office/drawing/2014/main" id="{F91E5409-1C53-483F-A195-745B8DD4B74E}"/>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71EF6D47-083D-4E1C-A3B6-9504201EB827}"/>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E2B7E539-F8AA-44D7-AC81-33250AAED7E9}"/>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A216C400-E8BD-4F02-9B5F-AB53BFD40EC7}"/>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실제 구현 화면 report.png</a:t>
            </a:r>
          </a:p>
        </p:txBody>
      </p:sp>
      <p:sp>
        <p:nvSpPr>
          <p:cNvPr id="7" name="직사각형 6">
            <a:extLst>
              <a:ext uri="{FF2B5EF4-FFF2-40B4-BE49-F238E27FC236}">
                <a16:creationId xmlns:a16="http://schemas.microsoft.com/office/drawing/2014/main" id="{3D76C08A-01CC-4D47-A852-5919CD68D94F}"/>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09</a:t>
            </a:r>
          </a:p>
        </p:txBody>
      </p:sp>
      <p:sp>
        <p:nvSpPr>
          <p:cNvPr id="8" name="직사각형 7">
            <a:extLst>
              <a:ext uri="{FF2B5EF4-FFF2-40B4-BE49-F238E27FC236}">
                <a16:creationId xmlns:a16="http://schemas.microsoft.com/office/drawing/2014/main" id="{AE4C42A1-C738-4254-8742-DC9F210D1287}"/>
              </a:ext>
            </a:extLst>
          </p:cNvPr>
          <p:cNvSpPr>
            <a:spLocks noGrp="1"/>
          </p:cNvSpPr>
          <p:nvPr/>
        </p:nvSpPr>
        <p:spPr>
          <a:xfrm>
            <a:off x="685800" y="1428750"/>
            <a:ext cx="2952750" cy="533400"/>
          </a:xfrm>
          <a:prstGeom prst="rect">
            <a:avLst/>
          </a:prstGeom>
          <a:noFill/>
          <a:ln w="0">
            <a:noFill/>
            <a:prstDash val="solid"/>
          </a:ln>
        </p:spPr>
        <p:txBody>
          <a:bodyPr lIns="0" tIns="0" rIns="0" bIns="0" anchor="ctr"/>
          <a:lstStyle/>
          <a:p>
            <a:pPr algn="l">
              <a:defRPr sz="2550" b="1">
                <a:solidFill>
                  <a:srgbClr val="051C2C"/>
                </a:solidFill>
                <a:latin typeface="Noto Sans KR"/>
                <a:ea typeface="Noto Sans KR"/>
                <a:cs typeface="Noto Sans KR"/>
              </a:defRPr>
            </a:pPr>
            <a:r>
              <a:rPr sz="2550" b="1">
                <a:solidFill>
                  <a:srgbClr val="051C2C"/>
                </a:solidFill>
                <a:latin typeface="Noto Sans KR"/>
                <a:ea typeface="Noto Sans KR"/>
                <a:cs typeface="Noto Sans KR"/>
              </a:rPr>
              <a:t>조건부 추진</a:t>
            </a:r>
          </a:p>
        </p:txBody>
      </p:sp>
      <p:sp>
        <p:nvSpPr>
          <p:cNvPr id="9" name="직사각형 8">
            <a:extLst>
              <a:ext uri="{FF2B5EF4-FFF2-40B4-BE49-F238E27FC236}">
                <a16:creationId xmlns:a16="http://schemas.microsoft.com/office/drawing/2014/main" id="{9768F08A-4760-461E-A401-CEBB407AF086}"/>
              </a:ext>
            </a:extLst>
          </p:cNvPr>
          <p:cNvSpPr>
            <a:spLocks noGrp="1"/>
          </p:cNvSpPr>
          <p:nvPr/>
        </p:nvSpPr>
        <p:spPr>
          <a:xfrm>
            <a:off x="685800" y="2038350"/>
            <a:ext cx="3105150" cy="685800"/>
          </a:xfrm>
          <a:prstGeom prst="rect">
            <a:avLst/>
          </a:prstGeom>
          <a:noFill/>
          <a:ln w="0">
            <a:noFill/>
            <a:prstDash val="solid"/>
          </a:ln>
        </p:spPr>
        <p:txBody>
          <a:bodyPr lIns="0" tIns="0" rIns="0" bIns="0" anchor="ctr"/>
          <a:lstStyle/>
          <a:p>
            <a:pPr algn="l">
              <a:defRPr sz="1500" b="0">
                <a:solidFill>
                  <a:srgbClr val="5F6B73"/>
                </a:solidFill>
                <a:latin typeface="Noto Sans KR"/>
                <a:ea typeface="Noto Sans KR"/>
                <a:cs typeface="Noto Sans KR"/>
              </a:defRPr>
            </a:pPr>
            <a:r>
              <a:rPr sz="1500" b="0">
                <a:solidFill>
                  <a:srgbClr val="5F6B73"/>
                </a:solidFill>
                <a:latin typeface="Noto Sans KR"/>
                <a:ea typeface="Noto Sans KR"/>
                <a:cs typeface="Noto Sans KR"/>
              </a:rPr>
              <a:t>근거가 있는 조건을</a:t>
            </a:r>
          </a:p>
          <a:p>
            <a:pPr algn="l">
              <a:defRPr sz="1500" b="0">
                <a:solidFill>
                  <a:srgbClr val="5F6B73"/>
                </a:solidFill>
                <a:latin typeface="Noto Sans KR"/>
                <a:ea typeface="Noto Sans KR"/>
                <a:cs typeface="Noto Sans KR"/>
              </a:defRPr>
            </a:pPr>
            <a:r>
              <a:rPr sz="1500" b="0">
                <a:solidFill>
                  <a:srgbClr val="5F6B73"/>
                </a:solidFill>
                <a:latin typeface="Noto Sans KR"/>
                <a:ea typeface="Noto Sans KR"/>
                <a:cs typeface="Noto Sans KR"/>
              </a:rPr>
              <a:t>실행 항목으로 전환</a:t>
            </a:r>
          </a:p>
        </p:txBody>
      </p:sp>
      <p:sp>
        <p:nvSpPr>
          <p:cNvPr id="10" name="직사각형 9">
            <a:extLst>
              <a:ext uri="{FF2B5EF4-FFF2-40B4-BE49-F238E27FC236}">
                <a16:creationId xmlns:a16="http://schemas.microsoft.com/office/drawing/2014/main" id="{3BD3D74F-9E3A-46E8-99A2-CCE00D5F9961}"/>
              </a:ext>
            </a:extLst>
          </p:cNvPr>
          <p:cNvSpPr>
            <a:spLocks noGrp="1"/>
          </p:cNvSpPr>
          <p:nvPr/>
        </p:nvSpPr>
        <p:spPr>
          <a:xfrm>
            <a:off x="685800" y="3048000"/>
            <a:ext cx="1428750" cy="419100"/>
          </a:xfrm>
          <a:prstGeom prst="rect">
            <a:avLst/>
          </a:prstGeom>
          <a:noFill/>
          <a:ln w="0">
            <a:noFill/>
            <a:prstDash val="solid"/>
          </a:ln>
        </p:spPr>
        <p:txBody>
          <a:bodyPr lIns="0" tIns="0" rIns="0" bIns="0" anchor="ctr"/>
          <a:lstStyle/>
          <a:p>
            <a:pPr algn="l">
              <a:defRPr sz="2175" b="1">
                <a:solidFill>
                  <a:srgbClr val="C62828"/>
                </a:solidFill>
                <a:latin typeface="Noto Sans KR"/>
                <a:ea typeface="Noto Sans KR"/>
                <a:cs typeface="Noto Sans KR"/>
              </a:defRPr>
            </a:pPr>
            <a:r>
              <a:rPr sz="2175" b="1">
                <a:solidFill>
                  <a:srgbClr val="C62828"/>
                </a:solidFill>
                <a:latin typeface="Noto Sans KR"/>
                <a:ea typeface="Noto Sans KR"/>
                <a:cs typeface="Noto Sans KR"/>
              </a:rPr>
              <a:t>14.72%</a:t>
            </a:r>
          </a:p>
        </p:txBody>
      </p:sp>
      <p:sp>
        <p:nvSpPr>
          <p:cNvPr id="11" name="직사각형 10">
            <a:extLst>
              <a:ext uri="{FF2B5EF4-FFF2-40B4-BE49-F238E27FC236}">
                <a16:creationId xmlns:a16="http://schemas.microsoft.com/office/drawing/2014/main" id="{F7CFB8FE-EAA2-4FE6-84D7-9C9EE723C635}"/>
              </a:ext>
            </a:extLst>
          </p:cNvPr>
          <p:cNvSpPr>
            <a:spLocks noGrp="1"/>
          </p:cNvSpPr>
          <p:nvPr/>
        </p:nvSpPr>
        <p:spPr>
          <a:xfrm>
            <a:off x="2171700" y="3048000"/>
            <a:ext cx="1619250" cy="266700"/>
          </a:xfrm>
          <a:prstGeom prst="rect">
            <a:avLst/>
          </a:prstGeom>
          <a:noFill/>
          <a:ln w="0">
            <a:noFill/>
            <a:prstDash val="solid"/>
          </a:ln>
        </p:spPr>
        <p:txBody>
          <a:bodyPr lIns="0" tIns="0" rIns="0" bIns="0" anchor="ctr"/>
          <a:lstStyle/>
          <a:p>
            <a:pPr algn="l">
              <a:defRPr sz="1200" b="1">
                <a:solidFill>
                  <a:srgbClr val="051C2C"/>
                </a:solidFill>
                <a:latin typeface="Noto Sans KR"/>
                <a:ea typeface="Noto Sans KR"/>
                <a:cs typeface="Noto Sans KR"/>
              </a:defRPr>
            </a:pPr>
            <a:r>
              <a:rPr sz="1200" b="1">
                <a:solidFill>
                  <a:srgbClr val="051C2C"/>
                </a:solidFill>
                <a:latin typeface="Noto Sans KR"/>
                <a:ea typeface="Noto Sans KR"/>
                <a:cs typeface="Noto Sans KR"/>
              </a:rPr>
              <a:t>반덤핑 관세</a:t>
            </a:r>
          </a:p>
        </p:txBody>
      </p:sp>
      <p:sp>
        <p:nvSpPr>
          <p:cNvPr id="12" name="직사각형 11">
            <a:extLst>
              <a:ext uri="{FF2B5EF4-FFF2-40B4-BE49-F238E27FC236}">
                <a16:creationId xmlns:a16="http://schemas.microsoft.com/office/drawing/2014/main" id="{F2A72581-828A-450D-AFAE-9DC8A4DCB0E0}"/>
              </a:ext>
            </a:extLst>
          </p:cNvPr>
          <p:cNvSpPr>
            <a:spLocks noGrp="1"/>
          </p:cNvSpPr>
          <p:nvPr/>
        </p:nvSpPr>
        <p:spPr>
          <a:xfrm>
            <a:off x="2171700" y="3371850"/>
            <a:ext cx="1619250" cy="228600"/>
          </a:xfrm>
          <a:prstGeom prst="rect">
            <a:avLst/>
          </a:prstGeom>
          <a:noFill/>
          <a:ln w="0">
            <a:noFill/>
            <a:prstDash val="solid"/>
          </a:ln>
        </p:spPr>
        <p:txBody>
          <a:bodyPr lIns="0" tIns="0" rIns="0" bIns="0" anchor="ctr"/>
          <a:lstStyle/>
          <a:p>
            <a:pPr algn="l">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원가 재산정</a:t>
            </a:r>
          </a:p>
        </p:txBody>
      </p:sp>
      <p:sp>
        <p:nvSpPr>
          <p:cNvPr id="13" name="직사각형 12">
            <a:extLst>
              <a:ext uri="{FF2B5EF4-FFF2-40B4-BE49-F238E27FC236}">
                <a16:creationId xmlns:a16="http://schemas.microsoft.com/office/drawing/2014/main" id="{3616DABE-0DF4-4C89-A651-4E6955491723}"/>
              </a:ext>
            </a:extLst>
          </p:cNvPr>
          <p:cNvSpPr>
            <a:spLocks noGrp="1"/>
          </p:cNvSpPr>
          <p:nvPr/>
        </p:nvSpPr>
        <p:spPr>
          <a:xfrm>
            <a:off x="685800" y="3733800"/>
            <a:ext cx="3105150" cy="9525"/>
          </a:xfrm>
          <a:prstGeom prst="rect">
            <a:avLst/>
          </a:prstGeom>
          <a:solidFill>
            <a:srgbClr val="D7DEE2"/>
          </a:solidFill>
          <a:ln w="0">
            <a:solidFill>
              <a:srgbClr val="D7DEE2"/>
            </a:solidFill>
            <a:prstDash val="solid"/>
          </a:ln>
        </p:spPr>
      </p:sp>
      <p:sp>
        <p:nvSpPr>
          <p:cNvPr id="14" name="직사각형 13">
            <a:extLst>
              <a:ext uri="{FF2B5EF4-FFF2-40B4-BE49-F238E27FC236}">
                <a16:creationId xmlns:a16="http://schemas.microsoft.com/office/drawing/2014/main" id="{FC054DFD-F8FB-41A1-A50F-04930B5BB246}"/>
              </a:ext>
            </a:extLst>
          </p:cNvPr>
          <p:cNvSpPr>
            <a:spLocks noGrp="1"/>
          </p:cNvSpPr>
          <p:nvPr/>
        </p:nvSpPr>
        <p:spPr>
          <a:xfrm>
            <a:off x="685800" y="3924300"/>
            <a:ext cx="1428750" cy="419100"/>
          </a:xfrm>
          <a:prstGeom prst="rect">
            <a:avLst/>
          </a:prstGeom>
          <a:noFill/>
          <a:ln w="0">
            <a:noFill/>
            <a:prstDash val="solid"/>
          </a:ln>
        </p:spPr>
        <p:txBody>
          <a:bodyPr lIns="0" tIns="0" rIns="0" bIns="0" anchor="ctr"/>
          <a:lstStyle/>
          <a:p>
            <a:pPr algn="l">
              <a:defRPr sz="2175" b="1">
                <a:solidFill>
                  <a:srgbClr val="00A58A"/>
                </a:solidFill>
                <a:latin typeface="Noto Sans KR"/>
                <a:ea typeface="Noto Sans KR"/>
                <a:cs typeface="Noto Sans KR"/>
              </a:defRPr>
            </a:pPr>
            <a:r>
              <a:rPr sz="2175" b="1">
                <a:solidFill>
                  <a:srgbClr val="00A58A"/>
                </a:solidFill>
                <a:latin typeface="Noto Sans KR"/>
                <a:ea typeface="Noto Sans KR"/>
                <a:cs typeface="Noto Sans KR"/>
              </a:rPr>
              <a:t>DOT</a:t>
            </a:r>
          </a:p>
        </p:txBody>
      </p:sp>
      <p:sp>
        <p:nvSpPr>
          <p:cNvPr id="15" name="직사각형 14">
            <a:extLst>
              <a:ext uri="{FF2B5EF4-FFF2-40B4-BE49-F238E27FC236}">
                <a16:creationId xmlns:a16="http://schemas.microsoft.com/office/drawing/2014/main" id="{27ED685C-F547-40CB-8ED8-84028FD5CBBA}"/>
              </a:ext>
            </a:extLst>
          </p:cNvPr>
          <p:cNvSpPr>
            <a:spLocks noGrp="1"/>
          </p:cNvSpPr>
          <p:nvPr/>
        </p:nvSpPr>
        <p:spPr>
          <a:xfrm>
            <a:off x="2171700" y="3924300"/>
            <a:ext cx="1619250" cy="266700"/>
          </a:xfrm>
          <a:prstGeom prst="rect">
            <a:avLst/>
          </a:prstGeom>
          <a:noFill/>
          <a:ln w="0">
            <a:noFill/>
            <a:prstDash val="solid"/>
          </a:ln>
        </p:spPr>
        <p:txBody>
          <a:bodyPr lIns="0" tIns="0" rIns="0" bIns="0" anchor="ctr"/>
          <a:lstStyle/>
          <a:p>
            <a:pPr algn="l">
              <a:defRPr sz="1200" b="1">
                <a:solidFill>
                  <a:srgbClr val="051C2C"/>
                </a:solidFill>
                <a:latin typeface="Noto Sans KR"/>
                <a:ea typeface="Noto Sans KR"/>
                <a:cs typeface="Noto Sans KR"/>
              </a:defRPr>
            </a:pPr>
            <a:r>
              <a:rPr sz="1200" b="1">
                <a:solidFill>
                  <a:srgbClr val="051C2C"/>
                </a:solidFill>
                <a:latin typeface="Noto Sans KR"/>
                <a:ea typeface="Noto Sans KR"/>
                <a:cs typeface="Noto Sans KR"/>
              </a:rPr>
              <a:t>필수 인증</a:t>
            </a:r>
          </a:p>
        </p:txBody>
      </p:sp>
      <p:sp>
        <p:nvSpPr>
          <p:cNvPr id="16" name="직사각형 15">
            <a:extLst>
              <a:ext uri="{FF2B5EF4-FFF2-40B4-BE49-F238E27FC236}">
                <a16:creationId xmlns:a16="http://schemas.microsoft.com/office/drawing/2014/main" id="{61187461-4EBD-4160-BB91-05E4F3B21CAE}"/>
              </a:ext>
            </a:extLst>
          </p:cNvPr>
          <p:cNvSpPr>
            <a:spLocks noGrp="1"/>
          </p:cNvSpPr>
          <p:nvPr/>
        </p:nvSpPr>
        <p:spPr>
          <a:xfrm>
            <a:off x="2171700" y="4248150"/>
            <a:ext cx="1619250" cy="228600"/>
          </a:xfrm>
          <a:prstGeom prst="rect">
            <a:avLst/>
          </a:prstGeom>
          <a:noFill/>
          <a:ln w="0">
            <a:noFill/>
            <a:prstDash val="solid"/>
          </a:ln>
        </p:spPr>
        <p:txBody>
          <a:bodyPr lIns="0" tIns="0" rIns="0" bIns="0" anchor="ctr"/>
          <a:lstStyle/>
          <a:p>
            <a:pPr algn="l">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기관 확인</a:t>
            </a:r>
          </a:p>
        </p:txBody>
      </p:sp>
      <p:sp>
        <p:nvSpPr>
          <p:cNvPr id="17" name="직사각형 16">
            <a:extLst>
              <a:ext uri="{FF2B5EF4-FFF2-40B4-BE49-F238E27FC236}">
                <a16:creationId xmlns:a16="http://schemas.microsoft.com/office/drawing/2014/main" id="{9E3EFB07-1205-47F9-BF46-CF559A58E50F}"/>
              </a:ext>
            </a:extLst>
          </p:cNvPr>
          <p:cNvSpPr>
            <a:spLocks noGrp="1"/>
          </p:cNvSpPr>
          <p:nvPr/>
        </p:nvSpPr>
        <p:spPr>
          <a:xfrm>
            <a:off x="685800" y="4610100"/>
            <a:ext cx="3105150" cy="9525"/>
          </a:xfrm>
          <a:prstGeom prst="rect">
            <a:avLst/>
          </a:prstGeom>
          <a:solidFill>
            <a:srgbClr val="D7DEE2"/>
          </a:solidFill>
          <a:ln w="0">
            <a:solidFill>
              <a:srgbClr val="D7DEE2"/>
            </a:solidFill>
            <a:prstDash val="solid"/>
          </a:ln>
        </p:spPr>
      </p:sp>
      <p:sp>
        <p:nvSpPr>
          <p:cNvPr id="18" name="직사각형 17">
            <a:extLst>
              <a:ext uri="{FF2B5EF4-FFF2-40B4-BE49-F238E27FC236}">
                <a16:creationId xmlns:a16="http://schemas.microsoft.com/office/drawing/2014/main" id="{E9340A6D-888E-463D-970F-7A223D4FA83F}"/>
              </a:ext>
            </a:extLst>
          </p:cNvPr>
          <p:cNvSpPr>
            <a:spLocks noGrp="1"/>
          </p:cNvSpPr>
          <p:nvPr/>
        </p:nvSpPr>
        <p:spPr>
          <a:xfrm>
            <a:off x="685800" y="4800600"/>
            <a:ext cx="1428750" cy="419100"/>
          </a:xfrm>
          <a:prstGeom prst="rect">
            <a:avLst/>
          </a:prstGeom>
          <a:noFill/>
          <a:ln w="0">
            <a:noFill/>
            <a:prstDash val="solid"/>
          </a:ln>
        </p:spPr>
        <p:txBody>
          <a:bodyPr lIns="0" tIns="0" rIns="0" bIns="0" anchor="ctr"/>
          <a:lstStyle/>
          <a:p>
            <a:pPr algn="l">
              <a:defRPr sz="2175" b="1">
                <a:solidFill>
                  <a:srgbClr val="00A58A"/>
                </a:solidFill>
                <a:latin typeface="Noto Sans KR"/>
                <a:ea typeface="Noto Sans KR"/>
                <a:cs typeface="Noto Sans KR"/>
              </a:defRPr>
            </a:pPr>
            <a:r>
              <a:rPr sz="2175" b="1">
                <a:solidFill>
                  <a:srgbClr val="00A58A"/>
                </a:solidFill>
                <a:latin typeface="Noto Sans KR"/>
                <a:ea typeface="Noto Sans KR"/>
                <a:cs typeface="Noto Sans KR"/>
              </a:rPr>
              <a:t>85.7%</a:t>
            </a:r>
          </a:p>
        </p:txBody>
      </p:sp>
      <p:sp>
        <p:nvSpPr>
          <p:cNvPr id="19" name="직사각형 18">
            <a:extLst>
              <a:ext uri="{FF2B5EF4-FFF2-40B4-BE49-F238E27FC236}">
                <a16:creationId xmlns:a16="http://schemas.microsoft.com/office/drawing/2014/main" id="{E05B3A4E-4A03-44AD-9A63-3DAC1BCEA784}"/>
              </a:ext>
            </a:extLst>
          </p:cNvPr>
          <p:cNvSpPr>
            <a:spLocks noGrp="1"/>
          </p:cNvSpPr>
          <p:nvPr/>
        </p:nvSpPr>
        <p:spPr>
          <a:xfrm>
            <a:off x="2171700" y="4800600"/>
            <a:ext cx="1619250" cy="266700"/>
          </a:xfrm>
          <a:prstGeom prst="rect">
            <a:avLst/>
          </a:prstGeom>
          <a:noFill/>
          <a:ln w="0">
            <a:noFill/>
            <a:prstDash val="solid"/>
          </a:ln>
        </p:spPr>
        <p:txBody>
          <a:bodyPr lIns="0" tIns="0" rIns="0" bIns="0" anchor="ctr"/>
          <a:lstStyle/>
          <a:p>
            <a:pPr algn="l">
              <a:defRPr sz="1200" b="1">
                <a:solidFill>
                  <a:srgbClr val="051C2C"/>
                </a:solidFill>
                <a:latin typeface="Noto Sans KR"/>
                <a:ea typeface="Noto Sans KR"/>
                <a:cs typeface="Noto Sans KR"/>
              </a:defRPr>
            </a:pPr>
            <a:r>
              <a:rPr sz="1200" b="1">
                <a:solidFill>
                  <a:srgbClr val="051C2C"/>
                </a:solidFill>
                <a:latin typeface="Noto Sans KR"/>
                <a:ea typeface="Noto Sans KR"/>
                <a:cs typeface="Noto Sans KR"/>
              </a:rPr>
              <a:t>O/A 결제 비중</a:t>
            </a:r>
          </a:p>
        </p:txBody>
      </p:sp>
      <p:sp>
        <p:nvSpPr>
          <p:cNvPr id="20" name="직사각형 19">
            <a:extLst>
              <a:ext uri="{FF2B5EF4-FFF2-40B4-BE49-F238E27FC236}">
                <a16:creationId xmlns:a16="http://schemas.microsoft.com/office/drawing/2014/main" id="{7F776606-DE30-4E22-BC08-37729A1A23A0}"/>
              </a:ext>
            </a:extLst>
          </p:cNvPr>
          <p:cNvSpPr>
            <a:spLocks noGrp="1"/>
          </p:cNvSpPr>
          <p:nvPr/>
        </p:nvSpPr>
        <p:spPr>
          <a:xfrm>
            <a:off x="2171700" y="5124450"/>
            <a:ext cx="1619250" cy="228600"/>
          </a:xfrm>
          <a:prstGeom prst="rect">
            <a:avLst/>
          </a:prstGeom>
          <a:noFill/>
          <a:ln w="0">
            <a:noFill/>
            <a:prstDash val="solid"/>
          </a:ln>
        </p:spPr>
        <p:txBody>
          <a:bodyPr lIns="0" tIns="0" rIns="0" bIns="0" anchor="ctr"/>
          <a:lstStyle/>
          <a:p>
            <a:pPr algn="l">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무역보험 검토</a:t>
            </a:r>
          </a:p>
        </p:txBody>
      </p:sp>
      <p:sp>
        <p:nvSpPr>
          <p:cNvPr id="21" name="직사각형 20">
            <a:extLst>
              <a:ext uri="{FF2B5EF4-FFF2-40B4-BE49-F238E27FC236}">
                <a16:creationId xmlns:a16="http://schemas.microsoft.com/office/drawing/2014/main" id="{F8BA8096-85A0-4DB3-B069-FB9D3A82020B}"/>
              </a:ext>
            </a:extLst>
          </p:cNvPr>
          <p:cNvSpPr>
            <a:spLocks noGrp="1"/>
          </p:cNvSpPr>
          <p:nvPr/>
        </p:nvSpPr>
        <p:spPr>
          <a:xfrm>
            <a:off x="685800" y="5486400"/>
            <a:ext cx="3105150" cy="9525"/>
          </a:xfrm>
          <a:prstGeom prst="rect">
            <a:avLst/>
          </a:prstGeom>
          <a:solidFill>
            <a:srgbClr val="D7DEE2"/>
          </a:solidFill>
          <a:ln w="0">
            <a:solidFill>
              <a:srgbClr val="D7DEE2"/>
            </a:solidFill>
            <a:prstDash val="solid"/>
          </a:ln>
        </p:spPr>
      </p:sp>
      <p:sp>
        <p:nvSpPr>
          <p:cNvPr id="22" name="사각형: 둥근 모서리 21">
            <a:extLst>
              <a:ext uri="{FF2B5EF4-FFF2-40B4-BE49-F238E27FC236}">
                <a16:creationId xmlns:a16="http://schemas.microsoft.com/office/drawing/2014/main" id="{CFE00781-E761-4783-A61D-DE7FC35A2C79}"/>
              </a:ext>
            </a:extLst>
          </p:cNvPr>
          <p:cNvSpPr>
            <a:spLocks noGrp="1"/>
          </p:cNvSpPr>
          <p:nvPr/>
        </p:nvSpPr>
        <p:spPr>
          <a:xfrm>
            <a:off x="685800" y="5715000"/>
            <a:ext cx="1657350" cy="285750"/>
          </a:xfrm>
          <a:prstGeom prst="roundRect">
            <a:avLst>
              <a:gd name="adj" fmla="val 40000"/>
            </a:avLst>
          </a:prstGeom>
          <a:solidFill>
            <a:srgbClr val="051C2C"/>
          </a:solidFill>
          <a:ln w="0">
            <a:solidFill>
              <a:srgbClr val="051C2C"/>
            </a:solidFill>
            <a:prstDash val="solid"/>
          </a:ln>
        </p:spPr>
      </p:sp>
      <p:sp>
        <p:nvSpPr>
          <p:cNvPr id="23" name="직사각형 22">
            <a:extLst>
              <a:ext uri="{FF2B5EF4-FFF2-40B4-BE49-F238E27FC236}">
                <a16:creationId xmlns:a16="http://schemas.microsoft.com/office/drawing/2014/main" id="{B849FD7F-3189-456E-82D5-1B4A7110FA71}"/>
              </a:ext>
            </a:extLst>
          </p:cNvPr>
          <p:cNvSpPr>
            <a:spLocks noGrp="1"/>
          </p:cNvSpPr>
          <p:nvPr/>
        </p:nvSpPr>
        <p:spPr>
          <a:xfrm>
            <a:off x="685800" y="5715000"/>
            <a:ext cx="1657350" cy="285750"/>
          </a:xfrm>
          <a:prstGeom prst="rect">
            <a:avLst/>
          </a:prstGeom>
          <a:noFill/>
          <a:ln w="0">
            <a:noFill/>
            <a:prstDash val="solid"/>
          </a:ln>
        </p:spPr>
        <p:txBody>
          <a:bodyPr lIns="0" tIns="0" rIns="0" bIns="0" anchor="ctr"/>
          <a:lstStyle/>
          <a:p>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PDF DOWNLOAD</a:t>
            </a:r>
          </a:p>
        </p:txBody>
      </p:sp>
      <p:sp>
        <p:nvSpPr>
          <p:cNvPr id="24" name="사각형: 둥근 모서리 23">
            <a:extLst>
              <a:ext uri="{FF2B5EF4-FFF2-40B4-BE49-F238E27FC236}">
                <a16:creationId xmlns:a16="http://schemas.microsoft.com/office/drawing/2014/main" id="{8BD0D4E3-0613-49F0-B672-31CAD666904F}"/>
              </a:ext>
            </a:extLst>
          </p:cNvPr>
          <p:cNvSpPr>
            <a:spLocks noGrp="1"/>
          </p:cNvSpPr>
          <p:nvPr/>
        </p:nvSpPr>
        <p:spPr>
          <a:xfrm>
            <a:off x="4267200" y="1371600"/>
            <a:ext cx="7372350" cy="4686300"/>
          </a:xfrm>
          <a:prstGeom prst="roundRect">
            <a:avLst>
              <a:gd name="adj" fmla="val 2439"/>
            </a:avLst>
          </a:prstGeom>
          <a:solidFill>
            <a:srgbClr val="FFFFFF"/>
          </a:solidFill>
          <a:ln w="9525">
            <a:solidFill>
              <a:srgbClr val="D7DEE2"/>
            </a:solidFill>
            <a:prstDash val="solid"/>
          </a:ln>
        </p:spPr>
      </p:sp>
      <p:sp>
        <p:nvSpPr>
          <p:cNvPr id="25" name="사각형: 둥근 모서리 24">
            <a:extLst>
              <a:ext uri="{FF2B5EF4-FFF2-40B4-BE49-F238E27FC236}">
                <a16:creationId xmlns:a16="http://schemas.microsoft.com/office/drawing/2014/main" id="{ED915DBB-97D1-40D2-A342-32694CC98962}"/>
              </a:ext>
            </a:extLst>
          </p:cNvPr>
          <p:cNvSpPr>
            <a:spLocks noGrp="1"/>
          </p:cNvSpPr>
          <p:nvPr/>
        </p:nvSpPr>
        <p:spPr>
          <a:xfrm>
            <a:off x="4457700" y="1562100"/>
            <a:ext cx="1295400" cy="285750"/>
          </a:xfrm>
          <a:prstGeom prst="roundRect">
            <a:avLst>
              <a:gd name="adj" fmla="val 40000"/>
            </a:avLst>
          </a:prstGeom>
          <a:solidFill>
            <a:srgbClr val="051C2C"/>
          </a:solidFill>
          <a:ln w="0">
            <a:solidFill>
              <a:srgbClr val="051C2C"/>
            </a:solidFill>
            <a:prstDash val="solid"/>
          </a:ln>
        </p:spPr>
      </p:sp>
      <p:sp>
        <p:nvSpPr>
          <p:cNvPr id="26" name="직사각형 25">
            <a:extLst>
              <a:ext uri="{FF2B5EF4-FFF2-40B4-BE49-F238E27FC236}">
                <a16:creationId xmlns:a16="http://schemas.microsoft.com/office/drawing/2014/main" id="{225954BD-12EC-4262-B2BA-5BAEBA9D3929}"/>
              </a:ext>
            </a:extLst>
          </p:cNvPr>
          <p:cNvSpPr>
            <a:spLocks noGrp="1"/>
          </p:cNvSpPr>
          <p:nvPr/>
        </p:nvSpPr>
        <p:spPr>
          <a:xfrm>
            <a:off x="4457700" y="1562100"/>
            <a:ext cx="1295400" cy="285750"/>
          </a:xfrm>
          <a:prstGeom prst="rect">
            <a:avLst/>
          </a:prstGeom>
          <a:noFill/>
          <a:ln w="0">
            <a:noFill/>
            <a:prstDash val="solid"/>
          </a:ln>
        </p:spPr>
        <p:txBody>
          <a:bodyPr lIns="0" tIns="0" rIns="0" bIns="0" anchor="ctr"/>
          <a:lstStyle/>
          <a:p>
            <a:pPr algn="ctr">
              <a:defRPr sz="900" b="1">
                <a:solidFill>
                  <a:srgbClr val="FFFFFF"/>
                </a:solidFill>
                <a:latin typeface="Noto Sans KR"/>
                <a:ea typeface="Noto Sans KR"/>
                <a:cs typeface="Noto Sans KR"/>
              </a:defRPr>
            </a:pPr>
            <a:r>
              <a:rPr sz="900" b="1">
                <a:solidFill>
                  <a:srgbClr val="FFFFFF"/>
                </a:solidFill>
                <a:latin typeface="Noto Sans KR"/>
                <a:ea typeface="Noto Sans KR"/>
                <a:cs typeface="Noto Sans KR"/>
              </a:rPr>
              <a:t>AI 수출전략 리포트</a:t>
            </a:r>
          </a:p>
        </p:txBody>
      </p:sp>
      <p:pic>
        <p:nvPicPr>
          <p:cNvPr id="54" name="그림 53"/>
          <p:cNvPicPr>
            <a:picLocks noChangeAspect="1"/>
          </p:cNvPicPr>
          <p:nvPr/>
        </p:nvPicPr>
        <p:blipFill>
          <a:blip r:embed="rId5"/>
          <a:stretch/>
        </p:blipFill>
        <p:spPr>
          <a:xfrm>
            <a:off x="4324350" y="1430359"/>
            <a:ext cx="7258050" cy="4568783"/>
          </a:xfrm>
          <a:prstGeom prst="roundRect">
            <a:avLst>
              <a:gd name="adj" fmla="val 2500"/>
            </a:avLst>
          </a:prstGeom>
        </p:spPr>
      </p:pic>
      <p:pic>
        <p:nvPicPr>
          <p:cNvPr id="909" name="LIVE DEMO 04" descr="Embedded product demonstration video"/>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30700" y="1460500"/>
            <a:ext cx="7251700" cy="4572000"/>
          </a:xfrm>
          <a:prstGeom prst="rect">
            <a:avLst/>
          </a:prstGeom>
          <a:ln w="12700">
            <a:solidFill>
              <a:srgbClr val="D9E2F3"/>
            </a:solidFill>
          </a:ln>
        </p:spPr>
      </p:pic>
    </p:spTree>
    <p:extLst>
      <p:ext uri="{BB962C8B-B14F-4D97-AF65-F5344CB8AC3E}">
        <p14:creationId xmlns:p14="http://schemas.microsoft.com/office/powerpoint/2010/main" val="5154543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1" name="직사각형 30">
            <a:extLst>
              <a:ext uri="{FF2B5EF4-FFF2-40B4-BE49-F238E27FC236}">
                <a16:creationId xmlns:a16="http://schemas.microsoft.com/office/drawing/2014/main" id="{A2B9B0CD-296A-49A0-8474-A9872A384E42}"/>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ARCHITECTURE</a:t>
            </a:r>
          </a:p>
        </p:txBody>
      </p:sp>
      <p:sp>
        <p:nvSpPr>
          <p:cNvPr id="2" name="slide-10-title">
            <a:extLst>
              <a:ext uri="{FF2B5EF4-FFF2-40B4-BE49-F238E27FC236}">
                <a16:creationId xmlns:a16="http://schemas.microsoft.com/office/drawing/2014/main" id="{4CBE1030-5A53-4886-8EA8-8C9128FDFAE1}"/>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lgn="l">
              <a:defRPr sz="2325" b="1">
                <a:solidFill>
                  <a:srgbClr val="051C2C"/>
                </a:solidFill>
                <a:latin typeface="Noto Sans KR"/>
                <a:ea typeface="Noto Sans KR"/>
                <a:cs typeface="Noto Sans KR"/>
              </a:defRPr>
            </a:pPr>
            <a:r>
              <a:rPr sz="2325" b="1">
                <a:solidFill>
                  <a:srgbClr val="051C2C"/>
                </a:solidFill>
                <a:latin typeface="Noto Sans KR"/>
                <a:ea typeface="Noto Sans KR"/>
                <a:cs typeface="Noto Sans KR"/>
              </a:rPr>
              <a:t>공공데이터가 사실을 만들고 AI가 판단과 행동으로 변환합니다</a:t>
            </a:r>
          </a:p>
        </p:txBody>
      </p:sp>
      <p:sp>
        <p:nvSpPr>
          <p:cNvPr id="3" name="직사각형 2">
            <a:extLst>
              <a:ext uri="{FF2B5EF4-FFF2-40B4-BE49-F238E27FC236}">
                <a16:creationId xmlns:a16="http://schemas.microsoft.com/office/drawing/2014/main" id="{772286B8-9F01-4914-8964-51F5EC19C601}"/>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2A7FAC28-F5AD-432D-A24B-51C8722E4DC2}"/>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4A0EE780-C870-4AFA-9BE4-07E35C8955CC}"/>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263B4315-B5ED-44BC-9BAD-17CEB8D1C710}"/>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프로젝트 데이터·AI 아키텍처</a:t>
            </a:r>
          </a:p>
        </p:txBody>
      </p:sp>
      <p:sp>
        <p:nvSpPr>
          <p:cNvPr id="7" name="직사각형 6">
            <a:extLst>
              <a:ext uri="{FF2B5EF4-FFF2-40B4-BE49-F238E27FC236}">
                <a16:creationId xmlns:a16="http://schemas.microsoft.com/office/drawing/2014/main" id="{F243BA5A-E3BF-4B5C-9F0C-53283E44821D}"/>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10</a:t>
            </a:r>
          </a:p>
        </p:txBody>
      </p:sp>
      <p:sp>
        <p:nvSpPr>
          <p:cNvPr id="8" name="직사각형 7">
            <a:extLst>
              <a:ext uri="{FF2B5EF4-FFF2-40B4-BE49-F238E27FC236}">
                <a16:creationId xmlns:a16="http://schemas.microsoft.com/office/drawing/2014/main" id="{915AC797-EB13-471A-9A2D-D9438EDD310D}"/>
              </a:ext>
            </a:extLst>
          </p:cNvPr>
          <p:cNvSpPr>
            <a:spLocks noGrp="1"/>
          </p:cNvSpPr>
          <p:nvPr/>
        </p:nvSpPr>
        <p:spPr>
          <a:xfrm>
            <a:off x="685800" y="1447800"/>
            <a:ext cx="1143000" cy="22860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FACT</a:t>
            </a:r>
          </a:p>
        </p:txBody>
      </p:sp>
      <p:sp>
        <p:nvSpPr>
          <p:cNvPr id="9" name="사각형: 둥근 모서리 8">
            <a:extLst>
              <a:ext uri="{FF2B5EF4-FFF2-40B4-BE49-F238E27FC236}">
                <a16:creationId xmlns:a16="http://schemas.microsoft.com/office/drawing/2014/main" id="{6ECFC5E1-6DB3-4F1A-A193-7EA8D5F441B4}"/>
              </a:ext>
            </a:extLst>
          </p:cNvPr>
          <p:cNvSpPr>
            <a:spLocks noGrp="1"/>
          </p:cNvSpPr>
          <p:nvPr/>
        </p:nvSpPr>
        <p:spPr>
          <a:xfrm>
            <a:off x="685800" y="1752600"/>
            <a:ext cx="10820400" cy="1028700"/>
          </a:xfrm>
          <a:prstGeom prst="roundRect">
            <a:avLst>
              <a:gd name="adj" fmla="val 11111"/>
            </a:avLst>
          </a:prstGeom>
          <a:solidFill>
            <a:srgbClr val="F3F6F7"/>
          </a:solidFill>
          <a:ln w="9525">
            <a:solidFill>
              <a:srgbClr val="D7DEE2"/>
            </a:solidFill>
            <a:prstDash val="solid"/>
          </a:ln>
        </p:spPr>
      </p:sp>
      <p:sp>
        <p:nvSpPr>
          <p:cNvPr id="10" name="직사각형 9">
            <a:extLst>
              <a:ext uri="{FF2B5EF4-FFF2-40B4-BE49-F238E27FC236}">
                <a16:creationId xmlns:a16="http://schemas.microsoft.com/office/drawing/2014/main" id="{99F5D96B-D540-4407-8F66-0D818059B954}"/>
              </a:ext>
            </a:extLst>
          </p:cNvPr>
          <p:cNvSpPr>
            <a:spLocks noGrp="1"/>
          </p:cNvSpPr>
          <p:nvPr/>
        </p:nvSpPr>
        <p:spPr>
          <a:xfrm>
            <a:off x="933450" y="1943100"/>
            <a:ext cx="2324100" cy="342900"/>
          </a:xfrm>
          <a:prstGeom prst="rect">
            <a:avLst/>
          </a:prstGeom>
          <a:noFill/>
          <a:ln w="0">
            <a:noFill/>
            <a:prstDash val="solid"/>
          </a:ln>
        </p:spPr>
        <p:txBody>
          <a:bodyPr lIns="0" tIns="0" rIns="0" bIns="0" anchor="ctr"/>
          <a:lstStyle/>
          <a:p>
            <a:pPr algn="l">
              <a:defRPr sz="1725" b="1">
                <a:solidFill>
                  <a:srgbClr val="051C2C"/>
                </a:solidFill>
                <a:latin typeface="Noto Sans KR"/>
                <a:ea typeface="Noto Sans KR"/>
                <a:cs typeface="Noto Sans KR"/>
              </a:defRPr>
            </a:pPr>
            <a:r>
              <a:rPr sz="1725" b="1">
                <a:solidFill>
                  <a:srgbClr val="051C2C"/>
                </a:solidFill>
                <a:latin typeface="Noto Sans KR"/>
                <a:ea typeface="Noto Sans KR"/>
                <a:cs typeface="Noto Sans KR"/>
              </a:rPr>
              <a:t>공공데이터 사실층</a:t>
            </a:r>
          </a:p>
        </p:txBody>
      </p:sp>
      <p:sp>
        <p:nvSpPr>
          <p:cNvPr id="11" name="직사각형 10">
            <a:extLst>
              <a:ext uri="{FF2B5EF4-FFF2-40B4-BE49-F238E27FC236}">
                <a16:creationId xmlns:a16="http://schemas.microsoft.com/office/drawing/2014/main" id="{607A340C-7789-491B-A03A-381749357327}"/>
              </a:ext>
            </a:extLst>
          </p:cNvPr>
          <p:cNvSpPr>
            <a:spLocks noGrp="1"/>
          </p:cNvSpPr>
          <p:nvPr/>
        </p:nvSpPr>
        <p:spPr>
          <a:xfrm>
            <a:off x="3467100" y="1943100"/>
            <a:ext cx="7810500" cy="342900"/>
          </a:xfrm>
          <a:prstGeom prst="rect">
            <a:avLst/>
          </a:prstGeom>
          <a:noFill/>
          <a:ln w="0">
            <a:noFill/>
            <a:prstDash val="solid"/>
          </a:ln>
        </p:spPr>
        <p:txBody>
          <a:bodyPr lIns="0" tIns="0" rIns="0" bIns="0" anchor="ctr"/>
          <a:lstStyle/>
          <a:p>
            <a:pPr algn="l">
              <a:defRPr sz="1500" b="1">
                <a:solidFill>
                  <a:srgbClr val="14212B"/>
                </a:solidFill>
                <a:latin typeface="Noto Sans KR"/>
                <a:ea typeface="Noto Sans KR"/>
                <a:cs typeface="Noto Sans KR"/>
              </a:defRPr>
            </a:pPr>
            <a:r>
              <a:rPr sz="1500" b="1">
                <a:solidFill>
                  <a:srgbClr val="14212B"/>
                </a:solidFill>
                <a:latin typeface="Noto Sans KR"/>
                <a:ea typeface="Noto Sans KR"/>
                <a:cs typeface="Noto Sans KR"/>
              </a:rPr>
              <a:t>KICOX · KOTRA · K-SURE · 관세청 · 전략물자 · SafetyKorea</a:t>
            </a:r>
          </a:p>
        </p:txBody>
      </p:sp>
      <p:sp>
        <p:nvSpPr>
          <p:cNvPr id="12" name="직사각형 11">
            <a:extLst>
              <a:ext uri="{FF2B5EF4-FFF2-40B4-BE49-F238E27FC236}">
                <a16:creationId xmlns:a16="http://schemas.microsoft.com/office/drawing/2014/main" id="{E6076558-A2CD-499C-BF87-7C4B35558024}"/>
              </a:ext>
            </a:extLst>
          </p:cNvPr>
          <p:cNvSpPr>
            <a:spLocks noGrp="1"/>
          </p:cNvSpPr>
          <p:nvPr/>
        </p:nvSpPr>
        <p:spPr>
          <a:xfrm>
            <a:off x="3467100" y="2343150"/>
            <a:ext cx="7810500" cy="266700"/>
          </a:xfrm>
          <a:prstGeom prst="rect">
            <a:avLst/>
          </a:prstGeom>
          <a:noFill/>
          <a:ln w="0">
            <a:noFill/>
            <a:prstDash val="solid"/>
          </a:ln>
        </p:spPr>
        <p:txBody>
          <a:bodyPr lIns="0" tIns="0" rIns="0" bIns="0" anchor="ctr"/>
          <a:lstStyle/>
          <a:p>
            <a:pPr algn="l">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10종 API와 공식 웹 근거</a:t>
            </a:r>
          </a:p>
        </p:txBody>
      </p:sp>
      <p:sp>
        <p:nvSpPr>
          <p:cNvPr id="13" name="직사각형 12">
            <a:extLst>
              <a:ext uri="{FF2B5EF4-FFF2-40B4-BE49-F238E27FC236}">
                <a16:creationId xmlns:a16="http://schemas.microsoft.com/office/drawing/2014/main" id="{845049F7-3747-49B6-A977-D3905D2FFD70}"/>
              </a:ext>
            </a:extLst>
          </p:cNvPr>
          <p:cNvSpPr>
            <a:spLocks noGrp="1"/>
          </p:cNvSpPr>
          <p:nvPr/>
        </p:nvSpPr>
        <p:spPr>
          <a:xfrm>
            <a:off x="685800" y="3028950"/>
            <a:ext cx="1143000" cy="22860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EVIDENCE</a:t>
            </a:r>
          </a:p>
        </p:txBody>
      </p:sp>
      <p:sp>
        <p:nvSpPr>
          <p:cNvPr id="14" name="사각형: 둥근 모서리 13">
            <a:extLst>
              <a:ext uri="{FF2B5EF4-FFF2-40B4-BE49-F238E27FC236}">
                <a16:creationId xmlns:a16="http://schemas.microsoft.com/office/drawing/2014/main" id="{F6CDC05D-C7EA-48A1-BB9F-2E1ACBE2EAE3}"/>
              </a:ext>
            </a:extLst>
          </p:cNvPr>
          <p:cNvSpPr>
            <a:spLocks noGrp="1"/>
          </p:cNvSpPr>
          <p:nvPr/>
        </p:nvSpPr>
        <p:spPr>
          <a:xfrm>
            <a:off x="685800" y="3333750"/>
            <a:ext cx="10820400" cy="1104900"/>
          </a:xfrm>
          <a:prstGeom prst="roundRect">
            <a:avLst>
              <a:gd name="adj" fmla="val 10345"/>
            </a:avLst>
          </a:prstGeom>
          <a:solidFill>
            <a:srgbClr val="051C2C"/>
          </a:solidFill>
          <a:ln w="0">
            <a:solidFill>
              <a:srgbClr val="051C2C"/>
            </a:solidFill>
            <a:prstDash val="solid"/>
          </a:ln>
        </p:spPr>
      </p:sp>
      <p:sp>
        <p:nvSpPr>
          <p:cNvPr id="15" name="직사각형 14">
            <a:extLst>
              <a:ext uri="{FF2B5EF4-FFF2-40B4-BE49-F238E27FC236}">
                <a16:creationId xmlns:a16="http://schemas.microsoft.com/office/drawing/2014/main" id="{D272664C-A46B-434F-8212-383E47FA86BB}"/>
              </a:ext>
            </a:extLst>
          </p:cNvPr>
          <p:cNvSpPr>
            <a:spLocks noGrp="1"/>
          </p:cNvSpPr>
          <p:nvPr/>
        </p:nvSpPr>
        <p:spPr>
          <a:xfrm>
            <a:off x="914400" y="3524250"/>
            <a:ext cx="3162300" cy="304800"/>
          </a:xfrm>
          <a:prstGeom prst="rect">
            <a:avLst/>
          </a:prstGeom>
          <a:noFill/>
          <a:ln w="0">
            <a:noFill/>
            <a:prstDash val="solid"/>
          </a:ln>
        </p:spPr>
        <p:txBody>
          <a:bodyPr lIns="0" tIns="0" rIns="0" bIns="0" anchor="ctr"/>
          <a:lstStyle/>
          <a:p>
            <a:pPr algn="ctr">
              <a:defRPr sz="1425" b="1">
                <a:solidFill>
                  <a:srgbClr val="8FD8CB"/>
                </a:solidFill>
                <a:latin typeface="Noto Sans KR"/>
                <a:ea typeface="Noto Sans KR"/>
                <a:cs typeface="Noto Sans KR"/>
              </a:defRPr>
            </a:pPr>
            <a:r>
              <a:rPr sz="1425" b="1">
                <a:solidFill>
                  <a:srgbClr val="8FD8CB"/>
                </a:solidFill>
                <a:latin typeface="Noto Sans KR"/>
                <a:ea typeface="Noto Sans KR"/>
                <a:cs typeface="Noto Sans KR"/>
              </a:rPr>
              <a:t>정규화</a:t>
            </a:r>
          </a:p>
        </p:txBody>
      </p:sp>
      <p:sp>
        <p:nvSpPr>
          <p:cNvPr id="16" name="직사각형 15">
            <a:extLst>
              <a:ext uri="{FF2B5EF4-FFF2-40B4-BE49-F238E27FC236}">
                <a16:creationId xmlns:a16="http://schemas.microsoft.com/office/drawing/2014/main" id="{FBC2B16D-172C-40D1-84AB-EE110C5CE872}"/>
              </a:ext>
            </a:extLst>
          </p:cNvPr>
          <p:cNvSpPr>
            <a:spLocks noGrp="1"/>
          </p:cNvSpPr>
          <p:nvPr/>
        </p:nvSpPr>
        <p:spPr>
          <a:xfrm>
            <a:off x="914400" y="3886200"/>
            <a:ext cx="3162300" cy="323850"/>
          </a:xfrm>
          <a:prstGeom prst="rect">
            <a:avLst/>
          </a:prstGeom>
          <a:noFill/>
          <a:ln w="0">
            <a:noFill/>
            <a:prstDash val="solid"/>
          </a:ln>
        </p:spPr>
        <p:txBody>
          <a:bodyPr lIns="0" tIns="0" rIns="0" bIns="0" anchor="ctr"/>
          <a:lstStyle/>
          <a:p>
            <a:pPr algn="ctr">
              <a:defRPr sz="1125" b="0">
                <a:solidFill>
                  <a:srgbClr val="FFFFFF"/>
                </a:solidFill>
                <a:latin typeface="Noto Sans KR"/>
                <a:ea typeface="Noto Sans KR"/>
                <a:cs typeface="Noto Sans KR"/>
              </a:defRPr>
            </a:pPr>
            <a:r>
              <a:rPr sz="1125" b="0">
                <a:solidFill>
                  <a:srgbClr val="FFFFFF"/>
                </a:solidFill>
                <a:latin typeface="Noto Sans KR"/>
                <a:ea typeface="Noto Sans KR"/>
                <a:cs typeface="Noto Sans KR"/>
              </a:rPr>
              <a:t>기업 · HSK · 국가 키</a:t>
            </a:r>
          </a:p>
        </p:txBody>
      </p:sp>
      <p:sp>
        <p:nvSpPr>
          <p:cNvPr id="17" name="직사각형 16">
            <a:extLst>
              <a:ext uri="{FF2B5EF4-FFF2-40B4-BE49-F238E27FC236}">
                <a16:creationId xmlns:a16="http://schemas.microsoft.com/office/drawing/2014/main" id="{9A0F82F2-43D2-4884-9C4A-A104612B72C1}"/>
              </a:ext>
            </a:extLst>
          </p:cNvPr>
          <p:cNvSpPr>
            <a:spLocks noGrp="1"/>
          </p:cNvSpPr>
          <p:nvPr/>
        </p:nvSpPr>
        <p:spPr>
          <a:xfrm>
            <a:off x="4286250" y="3543300"/>
            <a:ext cx="9525" cy="685800"/>
          </a:xfrm>
          <a:prstGeom prst="rect">
            <a:avLst/>
          </a:prstGeom>
          <a:solidFill>
            <a:srgbClr val="426170"/>
          </a:solidFill>
          <a:ln w="0">
            <a:solidFill>
              <a:srgbClr val="426170"/>
            </a:solidFill>
            <a:prstDash val="solid"/>
          </a:ln>
        </p:spPr>
      </p:sp>
      <p:sp>
        <p:nvSpPr>
          <p:cNvPr id="18" name="직사각형 17">
            <a:extLst>
              <a:ext uri="{FF2B5EF4-FFF2-40B4-BE49-F238E27FC236}">
                <a16:creationId xmlns:a16="http://schemas.microsoft.com/office/drawing/2014/main" id="{63F80126-4231-4C01-8AC8-7EFBBDD528BE}"/>
              </a:ext>
            </a:extLst>
          </p:cNvPr>
          <p:cNvSpPr>
            <a:spLocks noGrp="1"/>
          </p:cNvSpPr>
          <p:nvPr/>
        </p:nvSpPr>
        <p:spPr>
          <a:xfrm>
            <a:off x="4476750" y="3524250"/>
            <a:ext cx="3162300" cy="304800"/>
          </a:xfrm>
          <a:prstGeom prst="rect">
            <a:avLst/>
          </a:prstGeom>
          <a:noFill/>
          <a:ln w="0">
            <a:noFill/>
            <a:prstDash val="solid"/>
          </a:ln>
        </p:spPr>
        <p:txBody>
          <a:bodyPr lIns="0" tIns="0" rIns="0" bIns="0" anchor="ctr"/>
          <a:lstStyle/>
          <a:p>
            <a:pPr algn="ctr">
              <a:defRPr sz="1425" b="1">
                <a:solidFill>
                  <a:srgbClr val="8FD8CB"/>
                </a:solidFill>
                <a:latin typeface="Noto Sans KR"/>
                <a:ea typeface="Noto Sans KR"/>
                <a:cs typeface="Noto Sans KR"/>
              </a:defRPr>
            </a:pPr>
            <a:r>
              <a:rPr sz="1425" b="1">
                <a:solidFill>
                  <a:srgbClr val="8FD8CB"/>
                </a:solidFill>
                <a:latin typeface="Noto Sans KR"/>
                <a:ea typeface="Noto Sans KR"/>
                <a:cs typeface="Noto Sans KR"/>
              </a:rPr>
              <a:t>근거 ID</a:t>
            </a:r>
          </a:p>
        </p:txBody>
      </p:sp>
      <p:sp>
        <p:nvSpPr>
          <p:cNvPr id="19" name="직사각형 18">
            <a:extLst>
              <a:ext uri="{FF2B5EF4-FFF2-40B4-BE49-F238E27FC236}">
                <a16:creationId xmlns:a16="http://schemas.microsoft.com/office/drawing/2014/main" id="{8D8127C9-A84E-4F92-A00C-08F79FF6875B}"/>
              </a:ext>
            </a:extLst>
          </p:cNvPr>
          <p:cNvSpPr>
            <a:spLocks noGrp="1"/>
          </p:cNvSpPr>
          <p:nvPr/>
        </p:nvSpPr>
        <p:spPr>
          <a:xfrm>
            <a:off x="4476750" y="3886200"/>
            <a:ext cx="3162300" cy="323850"/>
          </a:xfrm>
          <a:prstGeom prst="rect">
            <a:avLst/>
          </a:prstGeom>
          <a:noFill/>
          <a:ln w="0">
            <a:noFill/>
            <a:prstDash val="solid"/>
          </a:ln>
        </p:spPr>
        <p:txBody>
          <a:bodyPr lIns="0" tIns="0" rIns="0" bIns="0" anchor="ctr"/>
          <a:lstStyle/>
          <a:p>
            <a:pPr algn="ctr">
              <a:defRPr sz="1125" b="0">
                <a:solidFill>
                  <a:srgbClr val="FFFFFF"/>
                </a:solidFill>
                <a:latin typeface="Noto Sans KR"/>
                <a:ea typeface="Noto Sans KR"/>
                <a:cs typeface="Noto Sans KR"/>
              </a:defRPr>
            </a:pPr>
            <a:r>
              <a:rPr sz="1125" b="0">
                <a:solidFill>
                  <a:srgbClr val="FFFFFF"/>
                </a:solidFill>
                <a:latin typeface="Noto Sans KR"/>
                <a:ea typeface="Noto Sans KR"/>
                <a:cs typeface="Noto Sans KR"/>
              </a:rPr>
              <a:t>출처 · 조회일 · 상태</a:t>
            </a:r>
          </a:p>
        </p:txBody>
      </p:sp>
      <p:sp>
        <p:nvSpPr>
          <p:cNvPr id="20" name="직사각형 19">
            <a:extLst>
              <a:ext uri="{FF2B5EF4-FFF2-40B4-BE49-F238E27FC236}">
                <a16:creationId xmlns:a16="http://schemas.microsoft.com/office/drawing/2014/main" id="{CD8B14F0-E239-4CED-9182-BE5C535372D6}"/>
              </a:ext>
            </a:extLst>
          </p:cNvPr>
          <p:cNvSpPr>
            <a:spLocks noGrp="1"/>
          </p:cNvSpPr>
          <p:nvPr/>
        </p:nvSpPr>
        <p:spPr>
          <a:xfrm>
            <a:off x="7848600" y="3543300"/>
            <a:ext cx="9525" cy="685800"/>
          </a:xfrm>
          <a:prstGeom prst="rect">
            <a:avLst/>
          </a:prstGeom>
          <a:solidFill>
            <a:srgbClr val="426170"/>
          </a:solidFill>
          <a:ln w="0">
            <a:solidFill>
              <a:srgbClr val="426170"/>
            </a:solidFill>
            <a:prstDash val="solid"/>
          </a:ln>
        </p:spPr>
      </p:sp>
      <p:sp>
        <p:nvSpPr>
          <p:cNvPr id="21" name="직사각형 20">
            <a:extLst>
              <a:ext uri="{FF2B5EF4-FFF2-40B4-BE49-F238E27FC236}">
                <a16:creationId xmlns:a16="http://schemas.microsoft.com/office/drawing/2014/main" id="{C4AE345C-DE8D-429D-8EF1-28D97CFC8137}"/>
              </a:ext>
            </a:extLst>
          </p:cNvPr>
          <p:cNvSpPr>
            <a:spLocks noGrp="1"/>
          </p:cNvSpPr>
          <p:nvPr/>
        </p:nvSpPr>
        <p:spPr>
          <a:xfrm>
            <a:off x="8039100" y="3524250"/>
            <a:ext cx="3162300" cy="304800"/>
          </a:xfrm>
          <a:prstGeom prst="rect">
            <a:avLst/>
          </a:prstGeom>
          <a:noFill/>
          <a:ln w="0">
            <a:noFill/>
            <a:prstDash val="solid"/>
          </a:ln>
        </p:spPr>
        <p:txBody>
          <a:bodyPr lIns="0" tIns="0" rIns="0" bIns="0" anchor="ctr"/>
          <a:lstStyle/>
          <a:p>
            <a:pPr algn="ctr">
              <a:defRPr sz="1425" b="1">
                <a:solidFill>
                  <a:srgbClr val="8FD8CB"/>
                </a:solidFill>
                <a:latin typeface="Noto Sans KR"/>
                <a:ea typeface="Noto Sans KR"/>
                <a:cs typeface="Noto Sans KR"/>
              </a:defRPr>
            </a:pPr>
            <a:r>
              <a:rPr sz="1425" b="1">
                <a:solidFill>
                  <a:srgbClr val="8FD8CB"/>
                </a:solidFill>
                <a:latin typeface="Noto Sans KR"/>
                <a:ea typeface="Noto Sans KR"/>
                <a:cs typeface="Noto Sans KR"/>
              </a:rPr>
              <a:t>의사결정 게이트</a:t>
            </a:r>
          </a:p>
        </p:txBody>
      </p:sp>
      <p:sp>
        <p:nvSpPr>
          <p:cNvPr id="22" name="직사각형 21">
            <a:extLst>
              <a:ext uri="{FF2B5EF4-FFF2-40B4-BE49-F238E27FC236}">
                <a16:creationId xmlns:a16="http://schemas.microsoft.com/office/drawing/2014/main" id="{4096E443-5658-4332-84DD-8A69100455F0}"/>
              </a:ext>
            </a:extLst>
          </p:cNvPr>
          <p:cNvSpPr>
            <a:spLocks noGrp="1"/>
          </p:cNvSpPr>
          <p:nvPr/>
        </p:nvSpPr>
        <p:spPr>
          <a:xfrm>
            <a:off x="8039100" y="3886200"/>
            <a:ext cx="3162300" cy="323850"/>
          </a:xfrm>
          <a:prstGeom prst="rect">
            <a:avLst/>
          </a:prstGeom>
          <a:noFill/>
          <a:ln w="0">
            <a:noFill/>
            <a:prstDash val="solid"/>
          </a:ln>
        </p:spPr>
        <p:txBody>
          <a:bodyPr lIns="0" tIns="0" rIns="0" bIns="0" anchor="ctr"/>
          <a:lstStyle/>
          <a:p>
            <a:pPr algn="ctr">
              <a:defRPr sz="1125" b="0">
                <a:solidFill>
                  <a:srgbClr val="FFFFFF"/>
                </a:solidFill>
                <a:latin typeface="Noto Sans KR"/>
                <a:ea typeface="Noto Sans KR"/>
                <a:cs typeface="Noto Sans KR"/>
              </a:defRPr>
            </a:pPr>
            <a:r>
              <a:rPr sz="1125" b="0">
                <a:solidFill>
                  <a:srgbClr val="FFFFFF"/>
                </a:solidFill>
                <a:latin typeface="Noto Sans KR"/>
                <a:ea typeface="Noto Sans KR"/>
                <a:cs typeface="Noto Sans KR"/>
              </a:rPr>
              <a:t>미확인 · 조건부 · 기관확인</a:t>
            </a:r>
          </a:p>
        </p:txBody>
      </p:sp>
      <p:sp>
        <p:nvSpPr>
          <p:cNvPr id="23" name="직사각형 22">
            <a:extLst>
              <a:ext uri="{FF2B5EF4-FFF2-40B4-BE49-F238E27FC236}">
                <a16:creationId xmlns:a16="http://schemas.microsoft.com/office/drawing/2014/main" id="{3EC25436-5B7D-491E-937B-4273A4C39378}"/>
              </a:ext>
            </a:extLst>
          </p:cNvPr>
          <p:cNvSpPr>
            <a:spLocks noGrp="1"/>
          </p:cNvSpPr>
          <p:nvPr/>
        </p:nvSpPr>
        <p:spPr>
          <a:xfrm>
            <a:off x="685800" y="4686300"/>
            <a:ext cx="1143000" cy="22860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ACTION</a:t>
            </a:r>
          </a:p>
        </p:txBody>
      </p:sp>
      <p:sp>
        <p:nvSpPr>
          <p:cNvPr id="24" name="사각형: 둥근 모서리 23">
            <a:extLst>
              <a:ext uri="{FF2B5EF4-FFF2-40B4-BE49-F238E27FC236}">
                <a16:creationId xmlns:a16="http://schemas.microsoft.com/office/drawing/2014/main" id="{B1268824-34E1-4BE9-A8C0-792653C22C2B}"/>
              </a:ext>
            </a:extLst>
          </p:cNvPr>
          <p:cNvSpPr>
            <a:spLocks noGrp="1"/>
          </p:cNvSpPr>
          <p:nvPr/>
        </p:nvSpPr>
        <p:spPr>
          <a:xfrm>
            <a:off x="685800" y="4991100"/>
            <a:ext cx="10820400" cy="1066800"/>
          </a:xfrm>
          <a:prstGeom prst="roundRect">
            <a:avLst>
              <a:gd name="adj" fmla="val 10714"/>
            </a:avLst>
          </a:prstGeom>
          <a:solidFill>
            <a:srgbClr val="E3F6F2"/>
          </a:solidFill>
          <a:ln w="0">
            <a:solidFill>
              <a:srgbClr val="E3F6F2"/>
            </a:solidFill>
            <a:prstDash val="solid"/>
          </a:ln>
        </p:spPr>
      </p:sp>
      <p:sp>
        <p:nvSpPr>
          <p:cNvPr id="25" name="직사각형 24">
            <a:extLst>
              <a:ext uri="{FF2B5EF4-FFF2-40B4-BE49-F238E27FC236}">
                <a16:creationId xmlns:a16="http://schemas.microsoft.com/office/drawing/2014/main" id="{53DCB897-AFF8-4D52-94A0-4B0444EEF1C1}"/>
              </a:ext>
            </a:extLst>
          </p:cNvPr>
          <p:cNvSpPr>
            <a:spLocks noGrp="1"/>
          </p:cNvSpPr>
          <p:nvPr/>
        </p:nvSpPr>
        <p:spPr>
          <a:xfrm>
            <a:off x="933450" y="5181600"/>
            <a:ext cx="3067050" cy="323850"/>
          </a:xfrm>
          <a:prstGeom prst="rect">
            <a:avLst/>
          </a:prstGeom>
          <a:noFill/>
          <a:ln w="0">
            <a:noFill/>
            <a:prstDash val="solid"/>
          </a:ln>
        </p:spPr>
        <p:txBody>
          <a:bodyPr lIns="0" tIns="0" rIns="0" bIns="0" anchor="ctr"/>
          <a:lstStyle/>
          <a:p>
            <a:pPr algn="l">
              <a:defRPr sz="1650" b="1">
                <a:solidFill>
                  <a:srgbClr val="051C2C"/>
                </a:solidFill>
                <a:latin typeface="Noto Sans KR"/>
                <a:ea typeface="Noto Sans KR"/>
                <a:cs typeface="Noto Sans KR"/>
              </a:defRPr>
            </a:pPr>
            <a:r>
              <a:rPr sz="1650" b="1">
                <a:solidFill>
                  <a:srgbClr val="051C2C"/>
                </a:solidFill>
                <a:latin typeface="Noto Sans KR"/>
                <a:ea typeface="Noto Sans KR"/>
                <a:cs typeface="Noto Sans KR"/>
              </a:rPr>
              <a:t>Gemini · 전문 에이전트</a:t>
            </a:r>
          </a:p>
        </p:txBody>
      </p:sp>
      <p:sp>
        <p:nvSpPr>
          <p:cNvPr id="26" name="직사각형 25">
            <a:extLst>
              <a:ext uri="{FF2B5EF4-FFF2-40B4-BE49-F238E27FC236}">
                <a16:creationId xmlns:a16="http://schemas.microsoft.com/office/drawing/2014/main" id="{A6B63782-B4A2-4739-AF3E-E46F626193B9}"/>
              </a:ext>
            </a:extLst>
          </p:cNvPr>
          <p:cNvSpPr>
            <a:spLocks noGrp="1"/>
          </p:cNvSpPr>
          <p:nvPr/>
        </p:nvSpPr>
        <p:spPr>
          <a:xfrm>
            <a:off x="4686300" y="5162550"/>
            <a:ext cx="1238250" cy="361950"/>
          </a:xfrm>
          <a:prstGeom prst="rect">
            <a:avLst/>
          </a:prstGeom>
          <a:noFill/>
          <a:ln w="0">
            <a:noFill/>
            <a:prstDash val="solid"/>
          </a:ln>
        </p:spPr>
        <p:txBody>
          <a:bodyPr lIns="0" tIns="0" rIns="0" bIns="0" anchor="ctr"/>
          <a:lstStyle/>
          <a:p>
            <a:pPr algn="ctr">
              <a:defRPr sz="1425" b="1">
                <a:solidFill>
                  <a:srgbClr val="00A58A"/>
                </a:solidFill>
                <a:latin typeface="Noto Sans KR"/>
                <a:ea typeface="Noto Sans KR"/>
                <a:cs typeface="Noto Sans KR"/>
              </a:defRPr>
            </a:pPr>
            <a:r>
              <a:rPr sz="1425" b="1">
                <a:solidFill>
                  <a:srgbClr val="00A58A"/>
                </a:solidFill>
                <a:latin typeface="Noto Sans KR"/>
                <a:ea typeface="Noto Sans KR"/>
                <a:cs typeface="Noto Sans KR"/>
              </a:rPr>
              <a:t>추천</a:t>
            </a:r>
          </a:p>
        </p:txBody>
      </p:sp>
      <p:sp>
        <p:nvSpPr>
          <p:cNvPr id="27" name="직사각형 26">
            <a:extLst>
              <a:ext uri="{FF2B5EF4-FFF2-40B4-BE49-F238E27FC236}">
                <a16:creationId xmlns:a16="http://schemas.microsoft.com/office/drawing/2014/main" id="{EC152EC6-55CA-4C60-B6BC-F77E973F8A15}"/>
              </a:ext>
            </a:extLst>
          </p:cNvPr>
          <p:cNvSpPr>
            <a:spLocks noGrp="1"/>
          </p:cNvSpPr>
          <p:nvPr/>
        </p:nvSpPr>
        <p:spPr>
          <a:xfrm>
            <a:off x="6172200" y="5162550"/>
            <a:ext cx="1238250" cy="361950"/>
          </a:xfrm>
          <a:prstGeom prst="rect">
            <a:avLst/>
          </a:prstGeom>
          <a:noFill/>
          <a:ln w="0">
            <a:noFill/>
            <a:prstDash val="solid"/>
          </a:ln>
        </p:spPr>
        <p:txBody>
          <a:bodyPr lIns="0" tIns="0" rIns="0" bIns="0" anchor="ctr"/>
          <a:lstStyle/>
          <a:p>
            <a:pPr algn="ctr">
              <a:defRPr sz="1425" b="1">
                <a:solidFill>
                  <a:srgbClr val="00A58A"/>
                </a:solidFill>
                <a:latin typeface="Noto Sans KR"/>
                <a:ea typeface="Noto Sans KR"/>
                <a:cs typeface="Noto Sans KR"/>
              </a:defRPr>
            </a:pPr>
            <a:r>
              <a:rPr sz="1425" b="1">
                <a:solidFill>
                  <a:srgbClr val="00A58A"/>
                </a:solidFill>
                <a:latin typeface="Noto Sans KR"/>
                <a:ea typeface="Noto Sans KR"/>
                <a:cs typeface="Noto Sans KR"/>
              </a:rPr>
              <a:t>판단</a:t>
            </a:r>
          </a:p>
        </p:txBody>
      </p:sp>
      <p:sp>
        <p:nvSpPr>
          <p:cNvPr id="28" name="직사각형 27">
            <a:extLst>
              <a:ext uri="{FF2B5EF4-FFF2-40B4-BE49-F238E27FC236}">
                <a16:creationId xmlns:a16="http://schemas.microsoft.com/office/drawing/2014/main" id="{501AEA10-5A7C-4290-927B-7CC331152927}"/>
              </a:ext>
            </a:extLst>
          </p:cNvPr>
          <p:cNvSpPr>
            <a:spLocks noGrp="1"/>
          </p:cNvSpPr>
          <p:nvPr/>
        </p:nvSpPr>
        <p:spPr>
          <a:xfrm>
            <a:off x="7658100" y="5162550"/>
            <a:ext cx="1428750" cy="361950"/>
          </a:xfrm>
          <a:prstGeom prst="rect">
            <a:avLst/>
          </a:prstGeom>
          <a:noFill/>
          <a:ln w="0">
            <a:noFill/>
            <a:prstDash val="solid"/>
          </a:ln>
        </p:spPr>
        <p:txBody>
          <a:bodyPr lIns="0" tIns="0" rIns="0" bIns="0" anchor="ctr"/>
          <a:lstStyle/>
          <a:p>
            <a:pPr algn="ctr">
              <a:defRPr sz="1425" b="1">
                <a:solidFill>
                  <a:srgbClr val="00A58A"/>
                </a:solidFill>
                <a:latin typeface="Noto Sans KR"/>
                <a:ea typeface="Noto Sans KR"/>
                <a:cs typeface="Noto Sans KR"/>
              </a:defRPr>
            </a:pPr>
            <a:r>
              <a:rPr sz="1425" b="1">
                <a:solidFill>
                  <a:srgbClr val="00A58A"/>
                </a:solidFill>
                <a:latin typeface="Noto Sans KR"/>
                <a:ea typeface="Noto Sans KR"/>
                <a:cs typeface="Noto Sans KR"/>
              </a:rPr>
              <a:t>다음 행동</a:t>
            </a:r>
          </a:p>
        </p:txBody>
      </p:sp>
      <p:sp>
        <p:nvSpPr>
          <p:cNvPr id="29" name="직사각형 28">
            <a:extLst>
              <a:ext uri="{FF2B5EF4-FFF2-40B4-BE49-F238E27FC236}">
                <a16:creationId xmlns:a16="http://schemas.microsoft.com/office/drawing/2014/main" id="{6A8E7077-FB50-4085-8719-388791270C8D}"/>
              </a:ext>
            </a:extLst>
          </p:cNvPr>
          <p:cNvSpPr>
            <a:spLocks noGrp="1"/>
          </p:cNvSpPr>
          <p:nvPr/>
        </p:nvSpPr>
        <p:spPr>
          <a:xfrm>
            <a:off x="9467850" y="5162550"/>
            <a:ext cx="1619250" cy="361950"/>
          </a:xfrm>
          <a:prstGeom prst="rect">
            <a:avLst/>
          </a:prstGeom>
          <a:noFill/>
          <a:ln w="0">
            <a:noFill/>
            <a:prstDash val="solid"/>
          </a:ln>
        </p:spPr>
        <p:txBody>
          <a:bodyPr lIns="0" tIns="0" rIns="0" bIns="0" anchor="ctr"/>
          <a:lstStyle/>
          <a:p>
            <a:pPr algn="ctr">
              <a:defRPr sz="1425" b="1">
                <a:solidFill>
                  <a:srgbClr val="00A58A"/>
                </a:solidFill>
                <a:latin typeface="Noto Sans KR"/>
                <a:ea typeface="Noto Sans KR"/>
                <a:cs typeface="Noto Sans KR"/>
              </a:defRPr>
            </a:pPr>
            <a:r>
              <a:rPr sz="1425" b="1">
                <a:solidFill>
                  <a:srgbClr val="00A58A"/>
                </a:solidFill>
                <a:latin typeface="Noto Sans KR"/>
                <a:ea typeface="Noto Sans KR"/>
                <a:cs typeface="Noto Sans KR"/>
              </a:rPr>
              <a:t>PDF · API</a:t>
            </a:r>
          </a:p>
        </p:txBody>
      </p:sp>
      <p:sp>
        <p:nvSpPr>
          <p:cNvPr id="30" name="직사각형 29">
            <a:extLst>
              <a:ext uri="{FF2B5EF4-FFF2-40B4-BE49-F238E27FC236}">
                <a16:creationId xmlns:a16="http://schemas.microsoft.com/office/drawing/2014/main" id="{556125F3-DF3B-4486-B66D-57AF110B6074}"/>
              </a:ext>
            </a:extLst>
          </p:cNvPr>
          <p:cNvSpPr>
            <a:spLocks noGrp="1"/>
          </p:cNvSpPr>
          <p:nvPr/>
        </p:nvSpPr>
        <p:spPr>
          <a:xfrm>
            <a:off x="4476750" y="5619750"/>
            <a:ext cx="6610350" cy="266700"/>
          </a:xfrm>
          <a:prstGeom prst="rect">
            <a:avLst/>
          </a:prstGeom>
          <a:noFill/>
          <a:ln w="0">
            <a:noFill/>
            <a:prstDash val="solid"/>
          </a:ln>
        </p:spPr>
        <p:txBody>
          <a:bodyPr lIns="0" tIns="0" rIns="0" bIns="0" anchor="ctr"/>
          <a:lstStyle/>
          <a:p>
            <a:pPr algn="r">
              <a:defRPr sz="1050" b="0">
                <a:solidFill>
                  <a:srgbClr val="5F6B73"/>
                </a:solidFill>
                <a:latin typeface="Noto Sans KR"/>
                <a:ea typeface="Noto Sans KR"/>
                <a:cs typeface="Noto Sans KR"/>
              </a:defRPr>
            </a:pPr>
            <a:r>
              <a:rPr sz="1050" b="0">
                <a:solidFill>
                  <a:srgbClr val="5F6B73"/>
                </a:solidFill>
                <a:latin typeface="Noto Sans KR"/>
                <a:ea typeface="Noto Sans KR"/>
                <a:cs typeface="Noto Sans KR"/>
              </a:rPr>
              <a:t>AI는 출처를 대체하지 않고 근거 위에서만 작동합니다.</a:t>
            </a:r>
          </a:p>
        </p:txBody>
      </p:sp>
    </p:spTree>
    <p:extLst>
      <p:ext uri="{BB962C8B-B14F-4D97-AF65-F5344CB8AC3E}">
        <p14:creationId xmlns:p14="http://schemas.microsoft.com/office/powerpoint/2010/main" val="429279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0" name="직사각형 69">
            <a:extLst>
              <a:ext uri="{FF2B5EF4-FFF2-40B4-BE49-F238E27FC236}">
                <a16:creationId xmlns:a16="http://schemas.microsoft.com/office/drawing/2014/main" id="{3BDB1637-A149-4CD5-ADCB-3E43EEBF22EE}"/>
              </a:ext>
            </a:extLst>
          </p:cNvPr>
          <p:cNvSpPr>
            <a:spLocks noGrp="1"/>
          </p:cNvSpPr>
          <p:nvPr/>
        </p:nvSpPr>
        <p:spPr>
          <a:xfrm>
            <a:off x="609600" y="285750"/>
            <a:ext cx="2667000" cy="209550"/>
          </a:xfrm>
          <a:prstGeom prst="rect">
            <a:avLst/>
          </a:prstGeom>
          <a:noFill/>
          <a:ln w="0">
            <a:noFill/>
            <a:prstDash val="solid"/>
          </a:ln>
        </p:spPr>
        <p:txBody>
          <a:bodyPr lIns="0" tIns="0" rIns="0" bIns="0" anchor="ctr"/>
          <a:lstStyle/>
          <a:p>
            <a:pPr algn="l">
              <a:defRPr sz="825" b="1">
                <a:solidFill>
                  <a:srgbClr val="00A58A"/>
                </a:solidFill>
                <a:latin typeface="Noto Sans KR"/>
                <a:ea typeface="Noto Sans KR"/>
                <a:cs typeface="Noto Sans KR"/>
              </a:defRPr>
            </a:pPr>
            <a:r>
              <a:rPr sz="825" b="1">
                <a:solidFill>
                  <a:srgbClr val="00A58A"/>
                </a:solidFill>
                <a:latin typeface="Noto Sans KR"/>
                <a:ea typeface="Noto Sans KR"/>
                <a:cs typeface="Noto Sans KR"/>
              </a:rPr>
              <a:t>DIFFERENTIATION</a:t>
            </a:r>
          </a:p>
        </p:txBody>
      </p:sp>
      <p:sp>
        <p:nvSpPr>
          <p:cNvPr id="2" name="slide-11-title">
            <a:extLst>
              <a:ext uri="{FF2B5EF4-FFF2-40B4-BE49-F238E27FC236}">
                <a16:creationId xmlns:a16="http://schemas.microsoft.com/office/drawing/2014/main" id="{5F884817-2F80-4285-B5B5-92198D925C77}"/>
              </a:ext>
            </a:extLst>
          </p:cNvPr>
          <p:cNvSpPr>
            <a:spLocks noGrp="1"/>
          </p:cNvSpPr>
          <p:nvPr/>
        </p:nvSpPr>
        <p:spPr>
          <a:xfrm>
            <a:off x="609600" y="457200"/>
            <a:ext cx="10934700" cy="571500"/>
          </a:xfrm>
          <a:prstGeom prst="rect">
            <a:avLst/>
          </a:prstGeom>
          <a:noFill/>
          <a:ln w="0">
            <a:noFill/>
            <a:prstDash val="solid"/>
          </a:ln>
        </p:spPr>
        <p:txBody>
          <a:bodyPr lIns="0" tIns="0" rIns="0" bIns="0" anchor="ctr"/>
          <a:lstStyle/>
          <a:p>
            <a:pPr>
              <a:defRPr sz="2325" b="1">
                <a:solidFill>
                  <a:srgbClr val="051C2C"/>
                </a:solidFill>
                <a:latin typeface="Noto Sans KR"/>
                <a:ea typeface="Noto Sans KR"/>
                <a:cs typeface="Noto Sans KR"/>
              </a:defRPr>
            </a:pPr>
            <a:r>
              <a:rPr lang="ko-KR" altLang="en-US" sz="2325" b="1" dirty="0"/>
              <a:t>차별점은 데이터의 양이 아니라</a:t>
            </a:r>
            <a:r>
              <a:rPr lang="en-US" altLang="ko-KR" sz="2325" b="1" dirty="0"/>
              <a:t>, </a:t>
            </a:r>
            <a:r>
              <a:rPr lang="ko-KR" altLang="en-US" sz="2325" b="1" dirty="0"/>
              <a:t>필요한 데이터를 연결하는 구조입니다</a:t>
            </a:r>
            <a:r>
              <a:rPr lang="en-US" altLang="ko-KR" sz="2325" b="1" dirty="0"/>
              <a:t>.</a:t>
            </a:r>
            <a:endParaRPr sz="2325" b="1" dirty="0">
              <a:solidFill>
                <a:srgbClr val="051C2C"/>
              </a:solidFill>
              <a:latin typeface="Noto Sans KR"/>
              <a:ea typeface="Noto Sans KR"/>
              <a:cs typeface="Noto Sans KR"/>
            </a:endParaRPr>
          </a:p>
        </p:txBody>
      </p:sp>
      <p:sp>
        <p:nvSpPr>
          <p:cNvPr id="3" name="직사각형 2">
            <a:extLst>
              <a:ext uri="{FF2B5EF4-FFF2-40B4-BE49-F238E27FC236}">
                <a16:creationId xmlns:a16="http://schemas.microsoft.com/office/drawing/2014/main" id="{3D5AD122-E280-46F3-8CD4-95E47986BC4A}"/>
              </a:ext>
            </a:extLst>
          </p:cNvPr>
          <p:cNvSpPr>
            <a:spLocks noGrp="1"/>
          </p:cNvSpPr>
          <p:nvPr/>
        </p:nvSpPr>
        <p:spPr>
          <a:xfrm>
            <a:off x="609600" y="1104900"/>
            <a:ext cx="10972800" cy="19050"/>
          </a:xfrm>
          <a:prstGeom prst="rect">
            <a:avLst/>
          </a:prstGeom>
          <a:solidFill>
            <a:srgbClr val="051C2C"/>
          </a:solidFill>
          <a:ln w="0">
            <a:solidFill>
              <a:srgbClr val="051C2C"/>
            </a:solidFill>
            <a:prstDash val="solid"/>
          </a:ln>
        </p:spPr>
      </p:sp>
      <p:sp>
        <p:nvSpPr>
          <p:cNvPr id="4" name="직사각형 3">
            <a:extLst>
              <a:ext uri="{FF2B5EF4-FFF2-40B4-BE49-F238E27FC236}">
                <a16:creationId xmlns:a16="http://schemas.microsoft.com/office/drawing/2014/main" id="{FBF55380-61E2-4AE2-94DE-3023C91541F5}"/>
              </a:ext>
            </a:extLst>
          </p:cNvPr>
          <p:cNvSpPr>
            <a:spLocks noGrp="1"/>
          </p:cNvSpPr>
          <p:nvPr/>
        </p:nvSpPr>
        <p:spPr>
          <a:xfrm>
            <a:off x="609600" y="1104900"/>
            <a:ext cx="1409700" cy="38100"/>
          </a:xfrm>
          <a:prstGeom prst="rect">
            <a:avLst/>
          </a:prstGeom>
          <a:solidFill>
            <a:srgbClr val="00A58A"/>
          </a:solidFill>
          <a:ln w="0">
            <a:solidFill>
              <a:srgbClr val="00A58A"/>
            </a:solidFill>
            <a:prstDash val="solid"/>
          </a:ln>
        </p:spPr>
      </p:sp>
      <p:sp>
        <p:nvSpPr>
          <p:cNvPr id="5" name="직사각형 4">
            <a:extLst>
              <a:ext uri="{FF2B5EF4-FFF2-40B4-BE49-F238E27FC236}">
                <a16:creationId xmlns:a16="http://schemas.microsoft.com/office/drawing/2014/main" id="{04FFD27C-F484-4A77-A9D5-E758E6D5CAC4}"/>
              </a:ext>
            </a:extLst>
          </p:cNvPr>
          <p:cNvSpPr>
            <a:spLocks noGrp="1"/>
          </p:cNvSpPr>
          <p:nvPr/>
        </p:nvSpPr>
        <p:spPr>
          <a:xfrm>
            <a:off x="609600" y="6438900"/>
            <a:ext cx="10972800" cy="9525"/>
          </a:xfrm>
          <a:prstGeom prst="rect">
            <a:avLst/>
          </a:prstGeom>
          <a:solidFill>
            <a:srgbClr val="D7DEE2"/>
          </a:solidFill>
          <a:ln w="0">
            <a:solidFill>
              <a:srgbClr val="D7DEE2"/>
            </a:solidFill>
            <a:prstDash val="solid"/>
          </a:ln>
        </p:spPr>
      </p:sp>
      <p:sp>
        <p:nvSpPr>
          <p:cNvPr id="6" name="직사각형 5">
            <a:extLst>
              <a:ext uri="{FF2B5EF4-FFF2-40B4-BE49-F238E27FC236}">
                <a16:creationId xmlns:a16="http://schemas.microsoft.com/office/drawing/2014/main" id="{45365574-5B78-4580-A743-21A4C7FD3936}"/>
              </a:ext>
            </a:extLst>
          </p:cNvPr>
          <p:cNvSpPr>
            <a:spLocks noGrp="1"/>
          </p:cNvSpPr>
          <p:nvPr/>
        </p:nvSpPr>
        <p:spPr>
          <a:xfrm>
            <a:off x="609600" y="6496050"/>
            <a:ext cx="9334500" cy="190500"/>
          </a:xfrm>
          <a:prstGeom prst="rect">
            <a:avLst/>
          </a:prstGeom>
          <a:noFill/>
          <a:ln w="0">
            <a:noFill/>
            <a:prstDash val="solid"/>
          </a:ln>
        </p:spPr>
        <p:txBody>
          <a:bodyPr lIns="0" tIns="0" rIns="0" bIns="0" anchor="ctr"/>
          <a:lstStyle/>
          <a:p>
            <a:pPr algn="l">
              <a:defRPr sz="900" b="0">
                <a:solidFill>
                  <a:srgbClr val="5F6B73"/>
                </a:solidFill>
                <a:latin typeface="Noto Sans KR"/>
                <a:ea typeface="Noto Sans KR"/>
                <a:cs typeface="Noto Sans KR"/>
              </a:defRPr>
            </a:pPr>
            <a:r>
              <a:rPr sz="900" b="0">
                <a:solidFill>
                  <a:srgbClr val="5F6B73"/>
                </a:solidFill>
                <a:latin typeface="Noto Sans KR"/>
                <a:ea typeface="Noto Sans KR"/>
                <a:cs typeface="Noto Sans KR"/>
              </a:rPr>
              <a:t>Source: 기능 비교 및 구현 구조</a:t>
            </a:r>
          </a:p>
        </p:txBody>
      </p:sp>
      <p:sp>
        <p:nvSpPr>
          <p:cNvPr id="7" name="직사각형 6">
            <a:extLst>
              <a:ext uri="{FF2B5EF4-FFF2-40B4-BE49-F238E27FC236}">
                <a16:creationId xmlns:a16="http://schemas.microsoft.com/office/drawing/2014/main" id="{C3DC9904-09D6-42F4-9BB8-6AEF51D7B415}"/>
              </a:ext>
            </a:extLst>
          </p:cNvPr>
          <p:cNvSpPr>
            <a:spLocks noGrp="1"/>
          </p:cNvSpPr>
          <p:nvPr/>
        </p:nvSpPr>
        <p:spPr>
          <a:xfrm>
            <a:off x="11049000" y="6496050"/>
            <a:ext cx="533400" cy="190500"/>
          </a:xfrm>
          <a:prstGeom prst="rect">
            <a:avLst/>
          </a:prstGeom>
          <a:noFill/>
          <a:ln w="0">
            <a:noFill/>
            <a:prstDash val="solid"/>
          </a:ln>
        </p:spPr>
        <p:txBody>
          <a:bodyPr lIns="0" tIns="0" rIns="0" bIns="0" anchor="ctr"/>
          <a:lstStyle/>
          <a:p>
            <a:pPr algn="r">
              <a:defRPr sz="900" b="1">
                <a:solidFill>
                  <a:srgbClr val="5F6B73"/>
                </a:solidFill>
                <a:latin typeface="Noto Sans KR"/>
                <a:ea typeface="Noto Sans KR"/>
                <a:cs typeface="Noto Sans KR"/>
              </a:defRPr>
            </a:pPr>
            <a:r>
              <a:rPr sz="900" b="1">
                <a:solidFill>
                  <a:srgbClr val="5F6B73"/>
                </a:solidFill>
                <a:latin typeface="Noto Sans KR"/>
                <a:ea typeface="Noto Sans KR"/>
                <a:cs typeface="Noto Sans KR"/>
              </a:rPr>
              <a:t>11</a:t>
            </a:r>
          </a:p>
        </p:txBody>
      </p:sp>
      <p:sp>
        <p:nvSpPr>
          <p:cNvPr id="8" name="직사각형 7">
            <a:extLst>
              <a:ext uri="{FF2B5EF4-FFF2-40B4-BE49-F238E27FC236}">
                <a16:creationId xmlns:a16="http://schemas.microsoft.com/office/drawing/2014/main" id="{D6E4D14F-5DAA-4CFE-89DB-DA4EB04A8D61}"/>
              </a:ext>
            </a:extLst>
          </p:cNvPr>
          <p:cNvSpPr>
            <a:spLocks noGrp="1"/>
          </p:cNvSpPr>
          <p:nvPr/>
        </p:nvSpPr>
        <p:spPr>
          <a:xfrm>
            <a:off x="1748590" y="1409700"/>
            <a:ext cx="2533650" cy="552450"/>
          </a:xfrm>
          <a:prstGeom prst="rect">
            <a:avLst/>
          </a:prstGeom>
          <a:solidFill>
            <a:srgbClr val="F3F6F7"/>
          </a:solidFill>
          <a:ln w="9525">
            <a:solidFill>
              <a:srgbClr val="D7DEE2"/>
            </a:solidFill>
            <a:prstDash val="solid"/>
          </a:ln>
        </p:spPr>
      </p:sp>
      <p:sp>
        <p:nvSpPr>
          <p:cNvPr id="9" name="직사각형 8">
            <a:extLst>
              <a:ext uri="{FF2B5EF4-FFF2-40B4-BE49-F238E27FC236}">
                <a16:creationId xmlns:a16="http://schemas.microsoft.com/office/drawing/2014/main" id="{EB9155F1-D052-4ABC-A6F9-E21C78F3310D}"/>
              </a:ext>
            </a:extLst>
          </p:cNvPr>
          <p:cNvSpPr>
            <a:spLocks noGrp="1"/>
          </p:cNvSpPr>
          <p:nvPr/>
        </p:nvSpPr>
        <p:spPr>
          <a:xfrm>
            <a:off x="1824790" y="1409700"/>
            <a:ext cx="2381250" cy="55245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비교 기준</a:t>
            </a:r>
          </a:p>
        </p:txBody>
      </p:sp>
      <p:sp>
        <p:nvSpPr>
          <p:cNvPr id="10" name="직사각형 9">
            <a:extLst>
              <a:ext uri="{FF2B5EF4-FFF2-40B4-BE49-F238E27FC236}">
                <a16:creationId xmlns:a16="http://schemas.microsoft.com/office/drawing/2014/main" id="{3CA42670-2320-4A67-827D-52A0FDC171FF}"/>
              </a:ext>
            </a:extLst>
          </p:cNvPr>
          <p:cNvSpPr>
            <a:spLocks noGrp="1"/>
          </p:cNvSpPr>
          <p:nvPr/>
        </p:nvSpPr>
        <p:spPr>
          <a:xfrm>
            <a:off x="4282240" y="1409700"/>
            <a:ext cx="1924050" cy="552450"/>
          </a:xfrm>
          <a:prstGeom prst="rect">
            <a:avLst/>
          </a:prstGeom>
          <a:solidFill>
            <a:srgbClr val="F3F6F7"/>
          </a:solidFill>
          <a:ln w="9525">
            <a:solidFill>
              <a:srgbClr val="D7DEE2"/>
            </a:solidFill>
            <a:prstDash val="solid"/>
          </a:ln>
        </p:spPr>
        <p:txBody>
          <a:bodyPr/>
          <a:lstStyle/>
          <a:p>
            <a:endParaRPr lang="ko-KR" altLang="en-US" dirty="0"/>
          </a:p>
        </p:txBody>
      </p:sp>
      <p:sp>
        <p:nvSpPr>
          <p:cNvPr id="11" name="직사각형 10">
            <a:extLst>
              <a:ext uri="{FF2B5EF4-FFF2-40B4-BE49-F238E27FC236}">
                <a16:creationId xmlns:a16="http://schemas.microsoft.com/office/drawing/2014/main" id="{E499C3CF-96EE-4F21-9924-4588BE449636}"/>
              </a:ext>
            </a:extLst>
          </p:cNvPr>
          <p:cNvSpPr>
            <a:spLocks noGrp="1"/>
          </p:cNvSpPr>
          <p:nvPr/>
        </p:nvSpPr>
        <p:spPr>
          <a:xfrm>
            <a:off x="4358440" y="1409700"/>
            <a:ext cx="1771650" cy="55245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dirty="0" err="1">
                <a:solidFill>
                  <a:srgbClr val="051C2C"/>
                </a:solidFill>
                <a:latin typeface="Noto Sans KR"/>
                <a:ea typeface="Noto Sans KR"/>
                <a:cs typeface="Noto Sans KR"/>
              </a:rPr>
              <a:t>정보</a:t>
            </a:r>
            <a:r>
              <a:rPr sz="1125" b="1" dirty="0">
                <a:solidFill>
                  <a:srgbClr val="051C2C"/>
                </a:solidFill>
                <a:latin typeface="Noto Sans KR"/>
                <a:ea typeface="Noto Sans KR"/>
                <a:cs typeface="Noto Sans KR"/>
              </a:rPr>
              <a:t> </a:t>
            </a:r>
            <a:r>
              <a:rPr sz="1125" b="1" dirty="0" err="1">
                <a:solidFill>
                  <a:srgbClr val="051C2C"/>
                </a:solidFill>
                <a:latin typeface="Noto Sans KR"/>
                <a:ea typeface="Noto Sans KR"/>
                <a:cs typeface="Noto Sans KR"/>
              </a:rPr>
              <a:t>포털</a:t>
            </a:r>
            <a:r>
              <a:rPr lang="en-US" sz="1125" b="1" dirty="0">
                <a:solidFill>
                  <a:srgbClr val="051C2C"/>
                </a:solidFill>
                <a:latin typeface="Noto Sans KR"/>
                <a:ea typeface="Noto Sans KR"/>
                <a:cs typeface="Noto Sans KR"/>
              </a:rPr>
              <a:t>(</a:t>
            </a:r>
            <a:r>
              <a:rPr lang="ko-KR" altLang="en-US" sz="1125" b="1" dirty="0">
                <a:solidFill>
                  <a:srgbClr val="051C2C"/>
                </a:solidFill>
                <a:latin typeface="Noto Sans KR"/>
                <a:ea typeface="Noto Sans KR"/>
                <a:cs typeface="Noto Sans KR"/>
              </a:rPr>
              <a:t>공공데이터</a:t>
            </a:r>
            <a:r>
              <a:rPr lang="en-US" altLang="ko-KR" sz="1125" b="1" dirty="0">
                <a:solidFill>
                  <a:srgbClr val="051C2C"/>
                </a:solidFill>
                <a:latin typeface="Noto Sans KR"/>
                <a:ea typeface="Noto Sans KR"/>
                <a:cs typeface="Noto Sans KR"/>
              </a:rPr>
              <a:t>)</a:t>
            </a:r>
            <a:endParaRPr sz="1125" b="1" dirty="0">
              <a:solidFill>
                <a:srgbClr val="051C2C"/>
              </a:solidFill>
              <a:latin typeface="Noto Sans KR"/>
              <a:ea typeface="Noto Sans KR"/>
              <a:cs typeface="Noto Sans KR"/>
            </a:endParaRPr>
          </a:p>
        </p:txBody>
      </p:sp>
      <p:sp>
        <p:nvSpPr>
          <p:cNvPr id="12" name="직사각형 11">
            <a:extLst>
              <a:ext uri="{FF2B5EF4-FFF2-40B4-BE49-F238E27FC236}">
                <a16:creationId xmlns:a16="http://schemas.microsoft.com/office/drawing/2014/main" id="{4D4AD91B-4361-41AA-8E47-4E03C7C4EEC8}"/>
              </a:ext>
            </a:extLst>
          </p:cNvPr>
          <p:cNvSpPr>
            <a:spLocks noGrp="1"/>
          </p:cNvSpPr>
          <p:nvPr/>
        </p:nvSpPr>
        <p:spPr>
          <a:xfrm>
            <a:off x="6206290" y="1409700"/>
            <a:ext cx="1924050" cy="552450"/>
          </a:xfrm>
          <a:prstGeom prst="rect">
            <a:avLst/>
          </a:prstGeom>
          <a:solidFill>
            <a:srgbClr val="F3F6F7"/>
          </a:solidFill>
          <a:ln w="9525">
            <a:solidFill>
              <a:srgbClr val="D7DEE2"/>
            </a:solidFill>
            <a:prstDash val="solid"/>
          </a:ln>
        </p:spPr>
      </p:sp>
      <p:sp>
        <p:nvSpPr>
          <p:cNvPr id="13" name="직사각형 12">
            <a:extLst>
              <a:ext uri="{FF2B5EF4-FFF2-40B4-BE49-F238E27FC236}">
                <a16:creationId xmlns:a16="http://schemas.microsoft.com/office/drawing/2014/main" id="{BAAF15D7-AB89-4D86-AE36-02AE49916A26}"/>
              </a:ext>
            </a:extLst>
          </p:cNvPr>
          <p:cNvSpPr>
            <a:spLocks noGrp="1"/>
          </p:cNvSpPr>
          <p:nvPr/>
        </p:nvSpPr>
        <p:spPr>
          <a:xfrm>
            <a:off x="6282490" y="1409700"/>
            <a:ext cx="1771650" cy="55245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일반 AI</a:t>
            </a:r>
          </a:p>
        </p:txBody>
      </p:sp>
      <p:sp>
        <p:nvSpPr>
          <p:cNvPr id="16" name="직사각형 15">
            <a:extLst>
              <a:ext uri="{FF2B5EF4-FFF2-40B4-BE49-F238E27FC236}">
                <a16:creationId xmlns:a16="http://schemas.microsoft.com/office/drawing/2014/main" id="{32BF3145-21CC-4D10-A3DB-48D4B2F7BB66}"/>
              </a:ext>
            </a:extLst>
          </p:cNvPr>
          <p:cNvSpPr>
            <a:spLocks noGrp="1"/>
          </p:cNvSpPr>
          <p:nvPr/>
        </p:nvSpPr>
        <p:spPr>
          <a:xfrm>
            <a:off x="8054140" y="1409700"/>
            <a:ext cx="2667000" cy="552450"/>
          </a:xfrm>
          <a:prstGeom prst="rect">
            <a:avLst/>
          </a:prstGeom>
          <a:solidFill>
            <a:srgbClr val="051C2C"/>
          </a:solidFill>
          <a:ln w="9525">
            <a:solidFill>
              <a:srgbClr val="051C2C"/>
            </a:solidFill>
            <a:prstDash val="solid"/>
          </a:ln>
        </p:spPr>
      </p:sp>
      <p:sp>
        <p:nvSpPr>
          <p:cNvPr id="17" name="직사각형 16">
            <a:extLst>
              <a:ext uri="{FF2B5EF4-FFF2-40B4-BE49-F238E27FC236}">
                <a16:creationId xmlns:a16="http://schemas.microsoft.com/office/drawing/2014/main" id="{DB0405D3-788B-4144-998F-6E0CC938B85C}"/>
              </a:ext>
            </a:extLst>
          </p:cNvPr>
          <p:cNvSpPr>
            <a:spLocks noGrp="1"/>
          </p:cNvSpPr>
          <p:nvPr/>
        </p:nvSpPr>
        <p:spPr>
          <a:xfrm>
            <a:off x="8130340" y="1409700"/>
            <a:ext cx="2514600" cy="552450"/>
          </a:xfrm>
          <a:prstGeom prst="rect">
            <a:avLst/>
          </a:prstGeom>
          <a:noFill/>
          <a:ln w="0">
            <a:noFill/>
            <a:prstDash val="solid"/>
          </a:ln>
        </p:spPr>
        <p:txBody>
          <a:bodyPr lIns="0" tIns="0" rIns="0" bIns="0" anchor="ctr"/>
          <a:lstStyle/>
          <a:p>
            <a:pPr algn="ctr">
              <a:defRPr sz="1125" b="1">
                <a:solidFill>
                  <a:srgbClr val="FFFFFF"/>
                </a:solidFill>
                <a:latin typeface="Noto Sans KR"/>
                <a:ea typeface="Noto Sans KR"/>
                <a:cs typeface="Noto Sans KR"/>
              </a:defRPr>
            </a:pPr>
            <a:r>
              <a:rPr sz="1125" b="1">
                <a:solidFill>
                  <a:srgbClr val="FFFFFF"/>
                </a:solidFill>
                <a:latin typeface="Noto Sans KR"/>
                <a:ea typeface="Noto Sans KR"/>
                <a:cs typeface="Noto Sans KR"/>
              </a:rPr>
              <a:t>AI 산단수출 코파일럿</a:t>
            </a:r>
          </a:p>
        </p:txBody>
      </p:sp>
      <p:sp>
        <p:nvSpPr>
          <p:cNvPr id="18" name="직사각형 17">
            <a:extLst>
              <a:ext uri="{FF2B5EF4-FFF2-40B4-BE49-F238E27FC236}">
                <a16:creationId xmlns:a16="http://schemas.microsoft.com/office/drawing/2014/main" id="{DAA6E53F-E15C-4C12-A71F-D0FFC631F1D5}"/>
              </a:ext>
            </a:extLst>
          </p:cNvPr>
          <p:cNvSpPr>
            <a:spLocks noGrp="1"/>
          </p:cNvSpPr>
          <p:nvPr/>
        </p:nvSpPr>
        <p:spPr>
          <a:xfrm>
            <a:off x="1748590" y="1962150"/>
            <a:ext cx="2533650" cy="666750"/>
          </a:xfrm>
          <a:prstGeom prst="rect">
            <a:avLst/>
          </a:prstGeom>
          <a:solidFill>
            <a:srgbClr val="FFFFFF"/>
          </a:solidFill>
          <a:ln w="9525">
            <a:solidFill>
              <a:srgbClr val="D7DEE2"/>
            </a:solidFill>
            <a:prstDash val="solid"/>
          </a:ln>
        </p:spPr>
      </p:sp>
      <p:sp>
        <p:nvSpPr>
          <p:cNvPr id="19" name="직사각형 18">
            <a:extLst>
              <a:ext uri="{FF2B5EF4-FFF2-40B4-BE49-F238E27FC236}">
                <a16:creationId xmlns:a16="http://schemas.microsoft.com/office/drawing/2014/main" id="{95AB6671-E513-4F27-BE0D-0F51A9376CF4}"/>
              </a:ext>
            </a:extLst>
          </p:cNvPr>
          <p:cNvSpPr>
            <a:spLocks noGrp="1"/>
          </p:cNvSpPr>
          <p:nvPr/>
        </p:nvSpPr>
        <p:spPr>
          <a:xfrm>
            <a:off x="1862890" y="1962150"/>
            <a:ext cx="2305050" cy="666750"/>
          </a:xfrm>
          <a:prstGeom prst="rect">
            <a:avLst/>
          </a:prstGeom>
          <a:noFill/>
          <a:ln w="0">
            <a:noFill/>
            <a:prstDash val="solid"/>
          </a:ln>
        </p:spPr>
        <p:txBody>
          <a:bodyPr lIns="0" tIns="0" rIns="0" bIns="0" anchor="ctr"/>
          <a:lstStyle/>
          <a:p>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기업·품목 맥락</a:t>
            </a:r>
          </a:p>
        </p:txBody>
      </p:sp>
      <p:sp>
        <p:nvSpPr>
          <p:cNvPr id="20" name="직사각형 19">
            <a:extLst>
              <a:ext uri="{FF2B5EF4-FFF2-40B4-BE49-F238E27FC236}">
                <a16:creationId xmlns:a16="http://schemas.microsoft.com/office/drawing/2014/main" id="{75DEDE5A-A210-4119-B71B-CA5A5076F300}"/>
              </a:ext>
            </a:extLst>
          </p:cNvPr>
          <p:cNvSpPr>
            <a:spLocks noGrp="1"/>
          </p:cNvSpPr>
          <p:nvPr/>
        </p:nvSpPr>
        <p:spPr>
          <a:xfrm>
            <a:off x="4282240" y="1962150"/>
            <a:ext cx="1924050" cy="666750"/>
          </a:xfrm>
          <a:prstGeom prst="rect">
            <a:avLst/>
          </a:prstGeom>
          <a:solidFill>
            <a:srgbClr val="FFFFFF"/>
          </a:solidFill>
          <a:ln w="9525">
            <a:solidFill>
              <a:srgbClr val="D7DEE2"/>
            </a:solidFill>
            <a:prstDash val="solid"/>
          </a:ln>
        </p:spPr>
      </p:sp>
      <p:sp>
        <p:nvSpPr>
          <p:cNvPr id="21" name="직사각형 20">
            <a:extLst>
              <a:ext uri="{FF2B5EF4-FFF2-40B4-BE49-F238E27FC236}">
                <a16:creationId xmlns:a16="http://schemas.microsoft.com/office/drawing/2014/main" id="{57DBB317-733C-4077-85F5-E076807C19B0}"/>
              </a:ext>
            </a:extLst>
          </p:cNvPr>
          <p:cNvSpPr>
            <a:spLocks noGrp="1"/>
          </p:cNvSpPr>
          <p:nvPr/>
        </p:nvSpPr>
        <p:spPr>
          <a:xfrm>
            <a:off x="4396540" y="196215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부분</a:t>
            </a:r>
          </a:p>
        </p:txBody>
      </p:sp>
      <p:sp>
        <p:nvSpPr>
          <p:cNvPr id="22" name="직사각형 21">
            <a:extLst>
              <a:ext uri="{FF2B5EF4-FFF2-40B4-BE49-F238E27FC236}">
                <a16:creationId xmlns:a16="http://schemas.microsoft.com/office/drawing/2014/main" id="{FFBB8C3F-2464-4072-BF6C-EBFE1194C7D6}"/>
              </a:ext>
            </a:extLst>
          </p:cNvPr>
          <p:cNvSpPr>
            <a:spLocks noGrp="1"/>
          </p:cNvSpPr>
          <p:nvPr/>
        </p:nvSpPr>
        <p:spPr>
          <a:xfrm>
            <a:off x="6206290" y="1962150"/>
            <a:ext cx="1924050" cy="666750"/>
          </a:xfrm>
          <a:prstGeom prst="rect">
            <a:avLst/>
          </a:prstGeom>
          <a:solidFill>
            <a:srgbClr val="FFFFFF"/>
          </a:solidFill>
          <a:ln w="9525">
            <a:solidFill>
              <a:srgbClr val="D7DEE2"/>
            </a:solidFill>
            <a:prstDash val="solid"/>
          </a:ln>
        </p:spPr>
      </p:sp>
      <p:sp>
        <p:nvSpPr>
          <p:cNvPr id="23" name="직사각형 22">
            <a:extLst>
              <a:ext uri="{FF2B5EF4-FFF2-40B4-BE49-F238E27FC236}">
                <a16:creationId xmlns:a16="http://schemas.microsoft.com/office/drawing/2014/main" id="{C405F192-CA66-4134-8AE8-D96EE77E6F3E}"/>
              </a:ext>
            </a:extLst>
          </p:cNvPr>
          <p:cNvSpPr>
            <a:spLocks noGrp="1"/>
          </p:cNvSpPr>
          <p:nvPr/>
        </p:nvSpPr>
        <p:spPr>
          <a:xfrm>
            <a:off x="6320590" y="196215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입력 의존</a:t>
            </a:r>
          </a:p>
        </p:txBody>
      </p:sp>
      <p:sp>
        <p:nvSpPr>
          <p:cNvPr id="26" name="직사각형 25">
            <a:extLst>
              <a:ext uri="{FF2B5EF4-FFF2-40B4-BE49-F238E27FC236}">
                <a16:creationId xmlns:a16="http://schemas.microsoft.com/office/drawing/2014/main" id="{350726A4-7702-4C11-815A-04C527B7CA54}"/>
              </a:ext>
            </a:extLst>
          </p:cNvPr>
          <p:cNvSpPr>
            <a:spLocks noGrp="1"/>
          </p:cNvSpPr>
          <p:nvPr/>
        </p:nvSpPr>
        <p:spPr>
          <a:xfrm>
            <a:off x="8054140" y="1962150"/>
            <a:ext cx="2667000" cy="666750"/>
          </a:xfrm>
          <a:prstGeom prst="rect">
            <a:avLst/>
          </a:prstGeom>
          <a:solidFill>
            <a:srgbClr val="EDF5F3"/>
          </a:solidFill>
          <a:ln w="9525">
            <a:solidFill>
              <a:srgbClr val="D7DEE2"/>
            </a:solidFill>
            <a:prstDash val="solid"/>
          </a:ln>
        </p:spPr>
      </p:sp>
      <p:sp>
        <p:nvSpPr>
          <p:cNvPr id="27" name="직사각형 26">
            <a:extLst>
              <a:ext uri="{FF2B5EF4-FFF2-40B4-BE49-F238E27FC236}">
                <a16:creationId xmlns:a16="http://schemas.microsoft.com/office/drawing/2014/main" id="{E0D29CF5-6FA3-4811-BADA-3DF8762D20AD}"/>
              </a:ext>
            </a:extLst>
          </p:cNvPr>
          <p:cNvSpPr>
            <a:spLocks noGrp="1"/>
          </p:cNvSpPr>
          <p:nvPr/>
        </p:nvSpPr>
        <p:spPr>
          <a:xfrm>
            <a:off x="8168440" y="1962150"/>
            <a:ext cx="2438400" cy="66675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전 과정 유지</a:t>
            </a:r>
          </a:p>
        </p:txBody>
      </p:sp>
      <p:sp>
        <p:nvSpPr>
          <p:cNvPr id="28" name="직사각형 27">
            <a:extLst>
              <a:ext uri="{FF2B5EF4-FFF2-40B4-BE49-F238E27FC236}">
                <a16:creationId xmlns:a16="http://schemas.microsoft.com/office/drawing/2014/main" id="{193EB3B4-6422-4E74-95F7-A9386461CE1C}"/>
              </a:ext>
            </a:extLst>
          </p:cNvPr>
          <p:cNvSpPr>
            <a:spLocks noGrp="1"/>
          </p:cNvSpPr>
          <p:nvPr/>
        </p:nvSpPr>
        <p:spPr>
          <a:xfrm>
            <a:off x="1748590" y="2628900"/>
            <a:ext cx="2533650" cy="666750"/>
          </a:xfrm>
          <a:prstGeom prst="rect">
            <a:avLst/>
          </a:prstGeom>
          <a:solidFill>
            <a:srgbClr val="FFFFFF"/>
          </a:solidFill>
          <a:ln w="9525">
            <a:solidFill>
              <a:srgbClr val="D7DEE2"/>
            </a:solidFill>
            <a:prstDash val="solid"/>
          </a:ln>
        </p:spPr>
      </p:sp>
      <p:sp>
        <p:nvSpPr>
          <p:cNvPr id="29" name="직사각형 28">
            <a:extLst>
              <a:ext uri="{FF2B5EF4-FFF2-40B4-BE49-F238E27FC236}">
                <a16:creationId xmlns:a16="http://schemas.microsoft.com/office/drawing/2014/main" id="{53DFAD5D-3BAE-47B8-9DB9-4C36078B5E7F}"/>
              </a:ext>
            </a:extLst>
          </p:cNvPr>
          <p:cNvSpPr>
            <a:spLocks noGrp="1"/>
          </p:cNvSpPr>
          <p:nvPr/>
        </p:nvSpPr>
        <p:spPr>
          <a:xfrm>
            <a:off x="1862890" y="2628900"/>
            <a:ext cx="2305050" cy="666750"/>
          </a:xfrm>
          <a:prstGeom prst="rect">
            <a:avLst/>
          </a:prstGeom>
          <a:noFill/>
          <a:ln w="0">
            <a:noFill/>
            <a:prstDash val="solid"/>
          </a:ln>
        </p:spPr>
        <p:txBody>
          <a:bodyPr lIns="0" tIns="0" rIns="0" bIns="0" anchor="ctr"/>
          <a:lstStyle/>
          <a:p>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출처·조회일</a:t>
            </a:r>
          </a:p>
        </p:txBody>
      </p:sp>
      <p:sp>
        <p:nvSpPr>
          <p:cNvPr id="30" name="직사각형 29">
            <a:extLst>
              <a:ext uri="{FF2B5EF4-FFF2-40B4-BE49-F238E27FC236}">
                <a16:creationId xmlns:a16="http://schemas.microsoft.com/office/drawing/2014/main" id="{C6551800-1752-414E-A740-9ABDDFA05F43}"/>
              </a:ext>
            </a:extLst>
          </p:cNvPr>
          <p:cNvSpPr>
            <a:spLocks noGrp="1"/>
          </p:cNvSpPr>
          <p:nvPr/>
        </p:nvSpPr>
        <p:spPr>
          <a:xfrm>
            <a:off x="4282240" y="2628900"/>
            <a:ext cx="1924050" cy="666750"/>
          </a:xfrm>
          <a:prstGeom prst="rect">
            <a:avLst/>
          </a:prstGeom>
          <a:solidFill>
            <a:srgbClr val="FFFFFF"/>
          </a:solidFill>
          <a:ln w="9525">
            <a:solidFill>
              <a:srgbClr val="D7DEE2"/>
            </a:solidFill>
            <a:prstDash val="solid"/>
          </a:ln>
        </p:spPr>
      </p:sp>
      <p:sp>
        <p:nvSpPr>
          <p:cNvPr id="31" name="직사각형 30">
            <a:extLst>
              <a:ext uri="{FF2B5EF4-FFF2-40B4-BE49-F238E27FC236}">
                <a16:creationId xmlns:a16="http://schemas.microsoft.com/office/drawing/2014/main" id="{C10EFBD9-4403-442E-87DF-9974ADF5CB48}"/>
              </a:ext>
            </a:extLst>
          </p:cNvPr>
          <p:cNvSpPr>
            <a:spLocks noGrp="1"/>
          </p:cNvSpPr>
          <p:nvPr/>
        </p:nvSpPr>
        <p:spPr>
          <a:xfrm>
            <a:off x="4396540" y="262890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제공</a:t>
            </a:r>
          </a:p>
        </p:txBody>
      </p:sp>
      <p:sp>
        <p:nvSpPr>
          <p:cNvPr id="32" name="직사각형 31">
            <a:extLst>
              <a:ext uri="{FF2B5EF4-FFF2-40B4-BE49-F238E27FC236}">
                <a16:creationId xmlns:a16="http://schemas.microsoft.com/office/drawing/2014/main" id="{A76E6FC9-E55C-4F2A-86F1-00B7AD026702}"/>
              </a:ext>
            </a:extLst>
          </p:cNvPr>
          <p:cNvSpPr>
            <a:spLocks noGrp="1"/>
          </p:cNvSpPr>
          <p:nvPr/>
        </p:nvSpPr>
        <p:spPr>
          <a:xfrm>
            <a:off x="6206290" y="2628900"/>
            <a:ext cx="1924050" cy="666750"/>
          </a:xfrm>
          <a:prstGeom prst="rect">
            <a:avLst/>
          </a:prstGeom>
          <a:solidFill>
            <a:srgbClr val="FFFFFF"/>
          </a:solidFill>
          <a:ln w="9525">
            <a:solidFill>
              <a:srgbClr val="D7DEE2"/>
            </a:solidFill>
            <a:prstDash val="solid"/>
          </a:ln>
        </p:spPr>
      </p:sp>
      <p:sp>
        <p:nvSpPr>
          <p:cNvPr id="33" name="직사각형 32">
            <a:extLst>
              <a:ext uri="{FF2B5EF4-FFF2-40B4-BE49-F238E27FC236}">
                <a16:creationId xmlns:a16="http://schemas.microsoft.com/office/drawing/2014/main" id="{904D6220-0FB9-4DAA-A371-5B395EA596E3}"/>
              </a:ext>
            </a:extLst>
          </p:cNvPr>
          <p:cNvSpPr>
            <a:spLocks noGrp="1"/>
          </p:cNvSpPr>
          <p:nvPr/>
        </p:nvSpPr>
        <p:spPr>
          <a:xfrm>
            <a:off x="6320590" y="262890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불안정</a:t>
            </a:r>
          </a:p>
        </p:txBody>
      </p:sp>
      <p:sp>
        <p:nvSpPr>
          <p:cNvPr id="36" name="직사각형 35">
            <a:extLst>
              <a:ext uri="{FF2B5EF4-FFF2-40B4-BE49-F238E27FC236}">
                <a16:creationId xmlns:a16="http://schemas.microsoft.com/office/drawing/2014/main" id="{CDFF7531-DFEF-4C06-B730-1C525044ED2B}"/>
              </a:ext>
            </a:extLst>
          </p:cNvPr>
          <p:cNvSpPr>
            <a:spLocks noGrp="1"/>
          </p:cNvSpPr>
          <p:nvPr/>
        </p:nvSpPr>
        <p:spPr>
          <a:xfrm>
            <a:off x="8054140" y="2628900"/>
            <a:ext cx="2667000" cy="666750"/>
          </a:xfrm>
          <a:prstGeom prst="rect">
            <a:avLst/>
          </a:prstGeom>
          <a:solidFill>
            <a:srgbClr val="EDF5F3"/>
          </a:solidFill>
          <a:ln w="9525">
            <a:solidFill>
              <a:srgbClr val="D7DEE2"/>
            </a:solidFill>
            <a:prstDash val="solid"/>
          </a:ln>
        </p:spPr>
      </p:sp>
      <p:sp>
        <p:nvSpPr>
          <p:cNvPr id="37" name="직사각형 36">
            <a:extLst>
              <a:ext uri="{FF2B5EF4-FFF2-40B4-BE49-F238E27FC236}">
                <a16:creationId xmlns:a16="http://schemas.microsoft.com/office/drawing/2014/main" id="{9E9E191F-5180-40DE-9389-DCDCD1584FEA}"/>
              </a:ext>
            </a:extLst>
          </p:cNvPr>
          <p:cNvSpPr>
            <a:spLocks noGrp="1"/>
          </p:cNvSpPr>
          <p:nvPr/>
        </p:nvSpPr>
        <p:spPr>
          <a:xfrm>
            <a:off x="8168440" y="2628900"/>
            <a:ext cx="2438400" cy="66675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근거 ID 추적</a:t>
            </a:r>
          </a:p>
        </p:txBody>
      </p:sp>
      <p:sp>
        <p:nvSpPr>
          <p:cNvPr id="38" name="직사각형 37">
            <a:extLst>
              <a:ext uri="{FF2B5EF4-FFF2-40B4-BE49-F238E27FC236}">
                <a16:creationId xmlns:a16="http://schemas.microsoft.com/office/drawing/2014/main" id="{BF65C46D-5F70-430F-BF40-4A6DCE939160}"/>
              </a:ext>
            </a:extLst>
          </p:cNvPr>
          <p:cNvSpPr>
            <a:spLocks noGrp="1"/>
          </p:cNvSpPr>
          <p:nvPr/>
        </p:nvSpPr>
        <p:spPr>
          <a:xfrm>
            <a:off x="1748590" y="3295650"/>
            <a:ext cx="2533650" cy="666750"/>
          </a:xfrm>
          <a:prstGeom prst="rect">
            <a:avLst/>
          </a:prstGeom>
          <a:solidFill>
            <a:srgbClr val="FFFFFF"/>
          </a:solidFill>
          <a:ln w="9525">
            <a:solidFill>
              <a:srgbClr val="D7DEE2"/>
            </a:solidFill>
            <a:prstDash val="solid"/>
          </a:ln>
        </p:spPr>
      </p:sp>
      <p:sp>
        <p:nvSpPr>
          <p:cNvPr id="39" name="직사각형 38">
            <a:extLst>
              <a:ext uri="{FF2B5EF4-FFF2-40B4-BE49-F238E27FC236}">
                <a16:creationId xmlns:a16="http://schemas.microsoft.com/office/drawing/2014/main" id="{61E0478F-3C97-4EF4-9073-145E74CFFE61}"/>
              </a:ext>
            </a:extLst>
          </p:cNvPr>
          <p:cNvSpPr>
            <a:spLocks noGrp="1"/>
          </p:cNvSpPr>
          <p:nvPr/>
        </p:nvSpPr>
        <p:spPr>
          <a:xfrm>
            <a:off x="1862890" y="3295650"/>
            <a:ext cx="2305050" cy="666750"/>
          </a:xfrm>
          <a:prstGeom prst="rect">
            <a:avLst/>
          </a:prstGeom>
          <a:noFill/>
          <a:ln w="0">
            <a:noFill/>
            <a:prstDash val="solid"/>
          </a:ln>
        </p:spPr>
        <p:txBody>
          <a:bodyPr lIns="0" tIns="0" rIns="0" bIns="0" anchor="ctr"/>
          <a:lstStyle/>
          <a:p>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미확인 공개</a:t>
            </a:r>
          </a:p>
        </p:txBody>
      </p:sp>
      <p:sp>
        <p:nvSpPr>
          <p:cNvPr id="40" name="직사각형 39">
            <a:extLst>
              <a:ext uri="{FF2B5EF4-FFF2-40B4-BE49-F238E27FC236}">
                <a16:creationId xmlns:a16="http://schemas.microsoft.com/office/drawing/2014/main" id="{5368EEAA-51F0-47E6-92B6-A0B370765F17}"/>
              </a:ext>
            </a:extLst>
          </p:cNvPr>
          <p:cNvSpPr>
            <a:spLocks noGrp="1"/>
          </p:cNvSpPr>
          <p:nvPr/>
        </p:nvSpPr>
        <p:spPr>
          <a:xfrm>
            <a:off x="4282240" y="3295650"/>
            <a:ext cx="1924050" cy="666750"/>
          </a:xfrm>
          <a:prstGeom prst="rect">
            <a:avLst/>
          </a:prstGeom>
          <a:solidFill>
            <a:srgbClr val="FFFFFF"/>
          </a:solidFill>
          <a:ln w="9525">
            <a:solidFill>
              <a:srgbClr val="D7DEE2"/>
            </a:solidFill>
            <a:prstDash val="solid"/>
          </a:ln>
        </p:spPr>
      </p:sp>
      <p:sp>
        <p:nvSpPr>
          <p:cNvPr id="41" name="직사각형 40">
            <a:extLst>
              <a:ext uri="{FF2B5EF4-FFF2-40B4-BE49-F238E27FC236}">
                <a16:creationId xmlns:a16="http://schemas.microsoft.com/office/drawing/2014/main" id="{AE3E5A53-9ADE-486D-B297-A56039D2B37F}"/>
              </a:ext>
            </a:extLst>
          </p:cNvPr>
          <p:cNvSpPr>
            <a:spLocks noGrp="1"/>
          </p:cNvSpPr>
          <p:nvPr/>
        </p:nvSpPr>
        <p:spPr>
          <a:xfrm>
            <a:off x="4396540" y="329565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분산</a:t>
            </a:r>
          </a:p>
        </p:txBody>
      </p:sp>
      <p:sp>
        <p:nvSpPr>
          <p:cNvPr id="42" name="직사각형 41">
            <a:extLst>
              <a:ext uri="{FF2B5EF4-FFF2-40B4-BE49-F238E27FC236}">
                <a16:creationId xmlns:a16="http://schemas.microsoft.com/office/drawing/2014/main" id="{558C5DBE-6CBA-4717-B1A8-CE6ACE95847C}"/>
              </a:ext>
            </a:extLst>
          </p:cNvPr>
          <p:cNvSpPr>
            <a:spLocks noGrp="1"/>
          </p:cNvSpPr>
          <p:nvPr/>
        </p:nvSpPr>
        <p:spPr>
          <a:xfrm>
            <a:off x="6206290" y="3295650"/>
            <a:ext cx="1924050" cy="666750"/>
          </a:xfrm>
          <a:prstGeom prst="rect">
            <a:avLst/>
          </a:prstGeom>
          <a:solidFill>
            <a:srgbClr val="FFFFFF"/>
          </a:solidFill>
          <a:ln w="9525">
            <a:solidFill>
              <a:srgbClr val="D7DEE2"/>
            </a:solidFill>
            <a:prstDash val="solid"/>
          </a:ln>
        </p:spPr>
      </p:sp>
      <p:sp>
        <p:nvSpPr>
          <p:cNvPr id="43" name="직사각형 42">
            <a:extLst>
              <a:ext uri="{FF2B5EF4-FFF2-40B4-BE49-F238E27FC236}">
                <a16:creationId xmlns:a16="http://schemas.microsoft.com/office/drawing/2014/main" id="{1384588D-85AB-4766-AEA8-EE0348D33810}"/>
              </a:ext>
            </a:extLst>
          </p:cNvPr>
          <p:cNvSpPr>
            <a:spLocks noGrp="1"/>
          </p:cNvSpPr>
          <p:nvPr/>
        </p:nvSpPr>
        <p:spPr>
          <a:xfrm>
            <a:off x="6320590" y="329565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누락 가능</a:t>
            </a:r>
          </a:p>
        </p:txBody>
      </p:sp>
      <p:sp>
        <p:nvSpPr>
          <p:cNvPr id="46" name="직사각형 45">
            <a:extLst>
              <a:ext uri="{FF2B5EF4-FFF2-40B4-BE49-F238E27FC236}">
                <a16:creationId xmlns:a16="http://schemas.microsoft.com/office/drawing/2014/main" id="{3A5C03E6-9838-4C60-BB80-92FD98061F41}"/>
              </a:ext>
            </a:extLst>
          </p:cNvPr>
          <p:cNvSpPr>
            <a:spLocks noGrp="1"/>
          </p:cNvSpPr>
          <p:nvPr/>
        </p:nvSpPr>
        <p:spPr>
          <a:xfrm>
            <a:off x="8054140" y="3295650"/>
            <a:ext cx="2667000" cy="666750"/>
          </a:xfrm>
          <a:prstGeom prst="rect">
            <a:avLst/>
          </a:prstGeom>
          <a:solidFill>
            <a:srgbClr val="EDF5F3"/>
          </a:solidFill>
          <a:ln w="9525">
            <a:solidFill>
              <a:srgbClr val="D7DEE2"/>
            </a:solidFill>
            <a:prstDash val="solid"/>
          </a:ln>
        </p:spPr>
      </p:sp>
      <p:sp>
        <p:nvSpPr>
          <p:cNvPr id="47" name="직사각형 46">
            <a:extLst>
              <a:ext uri="{FF2B5EF4-FFF2-40B4-BE49-F238E27FC236}">
                <a16:creationId xmlns:a16="http://schemas.microsoft.com/office/drawing/2014/main" id="{FBF1AA76-9850-443C-A20C-EF09BDEA3CD0}"/>
              </a:ext>
            </a:extLst>
          </p:cNvPr>
          <p:cNvSpPr>
            <a:spLocks noGrp="1"/>
          </p:cNvSpPr>
          <p:nvPr/>
        </p:nvSpPr>
        <p:spPr>
          <a:xfrm>
            <a:off x="8168440" y="3295650"/>
            <a:ext cx="2438400" cy="66675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게이트로 유지</a:t>
            </a:r>
          </a:p>
        </p:txBody>
      </p:sp>
      <p:sp>
        <p:nvSpPr>
          <p:cNvPr id="48" name="직사각형 47">
            <a:extLst>
              <a:ext uri="{FF2B5EF4-FFF2-40B4-BE49-F238E27FC236}">
                <a16:creationId xmlns:a16="http://schemas.microsoft.com/office/drawing/2014/main" id="{3015B146-30B2-4E78-96DE-E547CC8193DF}"/>
              </a:ext>
            </a:extLst>
          </p:cNvPr>
          <p:cNvSpPr>
            <a:spLocks noGrp="1"/>
          </p:cNvSpPr>
          <p:nvPr/>
        </p:nvSpPr>
        <p:spPr>
          <a:xfrm>
            <a:off x="1748590" y="3962400"/>
            <a:ext cx="2533650" cy="666750"/>
          </a:xfrm>
          <a:prstGeom prst="rect">
            <a:avLst/>
          </a:prstGeom>
          <a:solidFill>
            <a:srgbClr val="FFFFFF"/>
          </a:solidFill>
          <a:ln w="9525">
            <a:solidFill>
              <a:srgbClr val="D7DEE2"/>
            </a:solidFill>
            <a:prstDash val="solid"/>
          </a:ln>
        </p:spPr>
      </p:sp>
      <p:sp>
        <p:nvSpPr>
          <p:cNvPr id="49" name="직사각형 48">
            <a:extLst>
              <a:ext uri="{FF2B5EF4-FFF2-40B4-BE49-F238E27FC236}">
                <a16:creationId xmlns:a16="http://schemas.microsoft.com/office/drawing/2014/main" id="{9706E9C3-FC74-4F28-9A42-DFC0C381D9A7}"/>
              </a:ext>
            </a:extLst>
          </p:cNvPr>
          <p:cNvSpPr>
            <a:spLocks noGrp="1"/>
          </p:cNvSpPr>
          <p:nvPr/>
        </p:nvSpPr>
        <p:spPr>
          <a:xfrm>
            <a:off x="1862890" y="3962400"/>
            <a:ext cx="2305050" cy="666750"/>
          </a:xfrm>
          <a:prstGeom prst="rect">
            <a:avLst/>
          </a:prstGeom>
          <a:noFill/>
          <a:ln w="0">
            <a:noFill/>
            <a:prstDash val="solid"/>
          </a:ln>
        </p:spPr>
        <p:txBody>
          <a:bodyPr lIns="0" tIns="0" rIns="0" bIns="0" anchor="ctr"/>
          <a:lstStyle/>
          <a:p>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데이터 갱신</a:t>
            </a:r>
          </a:p>
        </p:txBody>
      </p:sp>
      <p:sp>
        <p:nvSpPr>
          <p:cNvPr id="50" name="직사각형 49">
            <a:extLst>
              <a:ext uri="{FF2B5EF4-FFF2-40B4-BE49-F238E27FC236}">
                <a16:creationId xmlns:a16="http://schemas.microsoft.com/office/drawing/2014/main" id="{0D830B53-6612-48BE-A7EF-A3D9647B58C3}"/>
              </a:ext>
            </a:extLst>
          </p:cNvPr>
          <p:cNvSpPr>
            <a:spLocks noGrp="1"/>
          </p:cNvSpPr>
          <p:nvPr/>
        </p:nvSpPr>
        <p:spPr>
          <a:xfrm>
            <a:off x="4282240" y="3962400"/>
            <a:ext cx="1924050" cy="666750"/>
          </a:xfrm>
          <a:prstGeom prst="rect">
            <a:avLst/>
          </a:prstGeom>
          <a:solidFill>
            <a:srgbClr val="FFFFFF"/>
          </a:solidFill>
          <a:ln w="9525">
            <a:solidFill>
              <a:srgbClr val="D7DEE2"/>
            </a:solidFill>
            <a:prstDash val="solid"/>
          </a:ln>
        </p:spPr>
      </p:sp>
      <p:sp>
        <p:nvSpPr>
          <p:cNvPr id="51" name="직사각형 50">
            <a:extLst>
              <a:ext uri="{FF2B5EF4-FFF2-40B4-BE49-F238E27FC236}">
                <a16:creationId xmlns:a16="http://schemas.microsoft.com/office/drawing/2014/main" id="{C76411FF-F6BB-4166-A0D2-C4CC1A697C99}"/>
              </a:ext>
            </a:extLst>
          </p:cNvPr>
          <p:cNvSpPr>
            <a:spLocks noGrp="1"/>
          </p:cNvSpPr>
          <p:nvPr/>
        </p:nvSpPr>
        <p:spPr>
          <a:xfrm>
            <a:off x="4396540" y="396240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재검색</a:t>
            </a:r>
          </a:p>
        </p:txBody>
      </p:sp>
      <p:sp>
        <p:nvSpPr>
          <p:cNvPr id="52" name="직사각형 51">
            <a:extLst>
              <a:ext uri="{FF2B5EF4-FFF2-40B4-BE49-F238E27FC236}">
                <a16:creationId xmlns:a16="http://schemas.microsoft.com/office/drawing/2014/main" id="{13809907-6697-4164-A4E4-A3A4D5866640}"/>
              </a:ext>
            </a:extLst>
          </p:cNvPr>
          <p:cNvSpPr>
            <a:spLocks noGrp="1"/>
          </p:cNvSpPr>
          <p:nvPr/>
        </p:nvSpPr>
        <p:spPr>
          <a:xfrm>
            <a:off x="6206290" y="3962400"/>
            <a:ext cx="1924050" cy="666750"/>
          </a:xfrm>
          <a:prstGeom prst="rect">
            <a:avLst/>
          </a:prstGeom>
          <a:solidFill>
            <a:srgbClr val="FFFFFF"/>
          </a:solidFill>
          <a:ln w="9525">
            <a:solidFill>
              <a:srgbClr val="D7DEE2"/>
            </a:solidFill>
            <a:prstDash val="solid"/>
          </a:ln>
        </p:spPr>
      </p:sp>
      <p:sp>
        <p:nvSpPr>
          <p:cNvPr id="53" name="직사각형 52">
            <a:extLst>
              <a:ext uri="{FF2B5EF4-FFF2-40B4-BE49-F238E27FC236}">
                <a16:creationId xmlns:a16="http://schemas.microsoft.com/office/drawing/2014/main" id="{F8068E78-0710-41B4-B339-57FC61A9465B}"/>
              </a:ext>
            </a:extLst>
          </p:cNvPr>
          <p:cNvSpPr>
            <a:spLocks noGrp="1"/>
          </p:cNvSpPr>
          <p:nvPr/>
        </p:nvSpPr>
        <p:spPr>
          <a:xfrm>
            <a:off x="6320590" y="396240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재질문</a:t>
            </a:r>
          </a:p>
        </p:txBody>
      </p:sp>
      <p:sp>
        <p:nvSpPr>
          <p:cNvPr id="56" name="직사각형 55">
            <a:extLst>
              <a:ext uri="{FF2B5EF4-FFF2-40B4-BE49-F238E27FC236}">
                <a16:creationId xmlns:a16="http://schemas.microsoft.com/office/drawing/2014/main" id="{2DF381D6-CB88-4BB0-AB2E-8431B04D05DC}"/>
              </a:ext>
            </a:extLst>
          </p:cNvPr>
          <p:cNvSpPr>
            <a:spLocks noGrp="1"/>
          </p:cNvSpPr>
          <p:nvPr/>
        </p:nvSpPr>
        <p:spPr>
          <a:xfrm>
            <a:off x="8054140" y="3962400"/>
            <a:ext cx="2667000" cy="666750"/>
          </a:xfrm>
          <a:prstGeom prst="rect">
            <a:avLst/>
          </a:prstGeom>
          <a:solidFill>
            <a:srgbClr val="EDF5F3"/>
          </a:solidFill>
          <a:ln w="9525">
            <a:solidFill>
              <a:srgbClr val="D7DEE2"/>
            </a:solidFill>
            <a:prstDash val="solid"/>
          </a:ln>
        </p:spPr>
      </p:sp>
      <p:sp>
        <p:nvSpPr>
          <p:cNvPr id="57" name="직사각형 56">
            <a:extLst>
              <a:ext uri="{FF2B5EF4-FFF2-40B4-BE49-F238E27FC236}">
                <a16:creationId xmlns:a16="http://schemas.microsoft.com/office/drawing/2014/main" id="{38810424-CC5B-41F6-8786-F2A1639407E2}"/>
              </a:ext>
            </a:extLst>
          </p:cNvPr>
          <p:cNvSpPr>
            <a:spLocks noGrp="1"/>
          </p:cNvSpPr>
          <p:nvPr/>
        </p:nvSpPr>
        <p:spPr>
          <a:xfrm>
            <a:off x="8168440" y="3962400"/>
            <a:ext cx="2438400" cy="66675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재조회·재생성</a:t>
            </a:r>
          </a:p>
        </p:txBody>
      </p:sp>
      <p:sp>
        <p:nvSpPr>
          <p:cNvPr id="58" name="직사각형 57">
            <a:extLst>
              <a:ext uri="{FF2B5EF4-FFF2-40B4-BE49-F238E27FC236}">
                <a16:creationId xmlns:a16="http://schemas.microsoft.com/office/drawing/2014/main" id="{35F4411E-A470-4A5E-9CA2-901145237FE1}"/>
              </a:ext>
            </a:extLst>
          </p:cNvPr>
          <p:cNvSpPr>
            <a:spLocks noGrp="1"/>
          </p:cNvSpPr>
          <p:nvPr/>
        </p:nvSpPr>
        <p:spPr>
          <a:xfrm>
            <a:off x="1748590" y="4629150"/>
            <a:ext cx="2533650" cy="666750"/>
          </a:xfrm>
          <a:prstGeom prst="rect">
            <a:avLst/>
          </a:prstGeom>
          <a:solidFill>
            <a:srgbClr val="FFFFFF"/>
          </a:solidFill>
          <a:ln w="9525">
            <a:solidFill>
              <a:srgbClr val="D7DEE2"/>
            </a:solidFill>
            <a:prstDash val="solid"/>
          </a:ln>
        </p:spPr>
      </p:sp>
      <p:sp>
        <p:nvSpPr>
          <p:cNvPr id="59" name="직사각형 58">
            <a:extLst>
              <a:ext uri="{FF2B5EF4-FFF2-40B4-BE49-F238E27FC236}">
                <a16:creationId xmlns:a16="http://schemas.microsoft.com/office/drawing/2014/main" id="{53600B17-B6D7-4A99-A9E0-C5828BC0A000}"/>
              </a:ext>
            </a:extLst>
          </p:cNvPr>
          <p:cNvSpPr>
            <a:spLocks noGrp="1"/>
          </p:cNvSpPr>
          <p:nvPr/>
        </p:nvSpPr>
        <p:spPr>
          <a:xfrm>
            <a:off x="1862890" y="4629150"/>
            <a:ext cx="2305050" cy="666750"/>
          </a:xfrm>
          <a:prstGeom prst="rect">
            <a:avLst/>
          </a:prstGeom>
          <a:noFill/>
          <a:ln w="0">
            <a:noFill/>
            <a:prstDash val="solid"/>
          </a:ln>
        </p:spPr>
        <p:txBody>
          <a:bodyPr lIns="0" tIns="0" rIns="0" bIns="0" anchor="ctr"/>
          <a:lstStyle/>
          <a:p>
            <a:pPr algn="l">
              <a:defRPr sz="1200" b="1">
                <a:solidFill>
                  <a:srgbClr val="14212B"/>
                </a:solidFill>
                <a:latin typeface="Noto Sans KR"/>
                <a:ea typeface="Noto Sans KR"/>
                <a:cs typeface="Noto Sans KR"/>
              </a:defRPr>
            </a:pPr>
            <a:r>
              <a:rPr sz="1200" b="1">
                <a:solidFill>
                  <a:srgbClr val="14212B"/>
                </a:solidFill>
                <a:latin typeface="Noto Sans KR"/>
                <a:ea typeface="Noto Sans KR"/>
                <a:cs typeface="Noto Sans KR"/>
              </a:rPr>
              <a:t>다음 행동</a:t>
            </a:r>
          </a:p>
        </p:txBody>
      </p:sp>
      <p:sp>
        <p:nvSpPr>
          <p:cNvPr id="60" name="직사각형 59">
            <a:extLst>
              <a:ext uri="{FF2B5EF4-FFF2-40B4-BE49-F238E27FC236}">
                <a16:creationId xmlns:a16="http://schemas.microsoft.com/office/drawing/2014/main" id="{17B0615F-19A9-4F18-A2F2-750DA6CFE711}"/>
              </a:ext>
            </a:extLst>
          </p:cNvPr>
          <p:cNvSpPr>
            <a:spLocks noGrp="1"/>
          </p:cNvSpPr>
          <p:nvPr/>
        </p:nvSpPr>
        <p:spPr>
          <a:xfrm>
            <a:off x="4282240" y="4629150"/>
            <a:ext cx="1924050" cy="666750"/>
          </a:xfrm>
          <a:prstGeom prst="rect">
            <a:avLst/>
          </a:prstGeom>
          <a:solidFill>
            <a:srgbClr val="FFFFFF"/>
          </a:solidFill>
          <a:ln w="9525">
            <a:solidFill>
              <a:srgbClr val="D7DEE2"/>
            </a:solidFill>
            <a:prstDash val="solid"/>
          </a:ln>
        </p:spPr>
      </p:sp>
      <p:sp>
        <p:nvSpPr>
          <p:cNvPr id="61" name="직사각형 60">
            <a:extLst>
              <a:ext uri="{FF2B5EF4-FFF2-40B4-BE49-F238E27FC236}">
                <a16:creationId xmlns:a16="http://schemas.microsoft.com/office/drawing/2014/main" id="{155712B8-500B-4014-A297-9C451B138744}"/>
              </a:ext>
            </a:extLst>
          </p:cNvPr>
          <p:cNvSpPr>
            <a:spLocks noGrp="1"/>
          </p:cNvSpPr>
          <p:nvPr/>
        </p:nvSpPr>
        <p:spPr>
          <a:xfrm>
            <a:off x="4396540" y="462915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분리</a:t>
            </a:r>
          </a:p>
        </p:txBody>
      </p:sp>
      <p:sp>
        <p:nvSpPr>
          <p:cNvPr id="62" name="직사각형 61">
            <a:extLst>
              <a:ext uri="{FF2B5EF4-FFF2-40B4-BE49-F238E27FC236}">
                <a16:creationId xmlns:a16="http://schemas.microsoft.com/office/drawing/2014/main" id="{A0B02094-2810-4CAD-9191-E4ADBDA3196D}"/>
              </a:ext>
            </a:extLst>
          </p:cNvPr>
          <p:cNvSpPr>
            <a:spLocks noGrp="1"/>
          </p:cNvSpPr>
          <p:nvPr/>
        </p:nvSpPr>
        <p:spPr>
          <a:xfrm>
            <a:off x="6206290" y="4629150"/>
            <a:ext cx="1924050" cy="666750"/>
          </a:xfrm>
          <a:prstGeom prst="rect">
            <a:avLst/>
          </a:prstGeom>
          <a:solidFill>
            <a:srgbClr val="FFFFFF"/>
          </a:solidFill>
          <a:ln w="9525">
            <a:solidFill>
              <a:srgbClr val="D7DEE2"/>
            </a:solidFill>
            <a:prstDash val="solid"/>
          </a:ln>
        </p:spPr>
      </p:sp>
      <p:sp>
        <p:nvSpPr>
          <p:cNvPr id="63" name="직사각형 62">
            <a:extLst>
              <a:ext uri="{FF2B5EF4-FFF2-40B4-BE49-F238E27FC236}">
                <a16:creationId xmlns:a16="http://schemas.microsoft.com/office/drawing/2014/main" id="{E4DE323F-B842-4F58-AACB-875E6CF97D12}"/>
              </a:ext>
            </a:extLst>
          </p:cNvPr>
          <p:cNvSpPr>
            <a:spLocks noGrp="1"/>
          </p:cNvSpPr>
          <p:nvPr/>
        </p:nvSpPr>
        <p:spPr>
          <a:xfrm>
            <a:off x="6320590" y="4629150"/>
            <a:ext cx="1695450" cy="666750"/>
          </a:xfrm>
          <a:prstGeom prst="rect">
            <a:avLst/>
          </a:prstGeom>
          <a:noFill/>
          <a:ln w="0">
            <a:noFill/>
            <a:prstDash val="solid"/>
          </a:ln>
        </p:spPr>
        <p:txBody>
          <a:bodyPr lIns="0" tIns="0" rIns="0" bIns="0" anchor="ctr"/>
          <a:lstStyle/>
          <a:p>
            <a:pPr algn="ctr">
              <a:defRPr sz="1125" b="0">
                <a:solidFill>
                  <a:srgbClr val="5F6B73"/>
                </a:solidFill>
                <a:latin typeface="Noto Sans KR"/>
                <a:ea typeface="Noto Sans KR"/>
                <a:cs typeface="Noto Sans KR"/>
              </a:defRPr>
            </a:pPr>
            <a:r>
              <a:rPr sz="1125" b="0">
                <a:solidFill>
                  <a:srgbClr val="5F6B73"/>
                </a:solidFill>
                <a:latin typeface="Noto Sans KR"/>
                <a:ea typeface="Noto Sans KR"/>
                <a:cs typeface="Noto Sans KR"/>
              </a:rPr>
              <a:t>일반 조언</a:t>
            </a:r>
          </a:p>
        </p:txBody>
      </p:sp>
      <p:sp>
        <p:nvSpPr>
          <p:cNvPr id="66" name="직사각형 65">
            <a:extLst>
              <a:ext uri="{FF2B5EF4-FFF2-40B4-BE49-F238E27FC236}">
                <a16:creationId xmlns:a16="http://schemas.microsoft.com/office/drawing/2014/main" id="{E1D06118-FD26-44B2-B25F-24EE2C9798AD}"/>
              </a:ext>
            </a:extLst>
          </p:cNvPr>
          <p:cNvSpPr>
            <a:spLocks noGrp="1"/>
          </p:cNvSpPr>
          <p:nvPr/>
        </p:nvSpPr>
        <p:spPr>
          <a:xfrm>
            <a:off x="8054140" y="4629150"/>
            <a:ext cx="2667000" cy="666750"/>
          </a:xfrm>
          <a:prstGeom prst="rect">
            <a:avLst/>
          </a:prstGeom>
          <a:solidFill>
            <a:srgbClr val="EDF5F3"/>
          </a:solidFill>
          <a:ln w="9525">
            <a:solidFill>
              <a:srgbClr val="D7DEE2"/>
            </a:solidFill>
            <a:prstDash val="solid"/>
          </a:ln>
        </p:spPr>
      </p:sp>
      <p:sp>
        <p:nvSpPr>
          <p:cNvPr id="67" name="직사각형 66">
            <a:extLst>
              <a:ext uri="{FF2B5EF4-FFF2-40B4-BE49-F238E27FC236}">
                <a16:creationId xmlns:a16="http://schemas.microsoft.com/office/drawing/2014/main" id="{6440DA4A-A5BD-48D3-A45F-39CBDAF08BD6}"/>
              </a:ext>
            </a:extLst>
          </p:cNvPr>
          <p:cNvSpPr>
            <a:spLocks noGrp="1"/>
          </p:cNvSpPr>
          <p:nvPr/>
        </p:nvSpPr>
        <p:spPr>
          <a:xfrm>
            <a:off x="8168440" y="4629150"/>
            <a:ext cx="2438400" cy="666750"/>
          </a:xfrm>
          <a:prstGeom prst="rect">
            <a:avLst/>
          </a:prstGeom>
          <a:noFill/>
          <a:ln w="0">
            <a:noFill/>
            <a:prstDash val="solid"/>
          </a:ln>
        </p:spPr>
        <p:txBody>
          <a:bodyPr lIns="0" tIns="0" rIns="0" bIns="0" anchor="ctr"/>
          <a:lstStyle/>
          <a:p>
            <a:pPr algn="ctr">
              <a:defRPr sz="1125" b="1">
                <a:solidFill>
                  <a:srgbClr val="051C2C"/>
                </a:solidFill>
                <a:latin typeface="Noto Sans KR"/>
                <a:ea typeface="Noto Sans KR"/>
                <a:cs typeface="Noto Sans KR"/>
              </a:defRPr>
            </a:pPr>
            <a:r>
              <a:rPr sz="1125" b="1">
                <a:solidFill>
                  <a:srgbClr val="051C2C"/>
                </a:solidFill>
                <a:latin typeface="Noto Sans KR"/>
                <a:ea typeface="Noto Sans KR"/>
                <a:cs typeface="Noto Sans KR"/>
              </a:rPr>
              <a:t>담당자·PDF 연결</a:t>
            </a:r>
          </a:p>
        </p:txBody>
      </p:sp>
      <p:sp>
        <p:nvSpPr>
          <p:cNvPr id="68" name="사각형: 둥근 모서리 67">
            <a:extLst>
              <a:ext uri="{FF2B5EF4-FFF2-40B4-BE49-F238E27FC236}">
                <a16:creationId xmlns:a16="http://schemas.microsoft.com/office/drawing/2014/main" id="{CD4C3976-54AA-4BC7-8696-A6DBD14E8985}"/>
              </a:ext>
            </a:extLst>
          </p:cNvPr>
          <p:cNvSpPr>
            <a:spLocks noGrp="1"/>
          </p:cNvSpPr>
          <p:nvPr/>
        </p:nvSpPr>
        <p:spPr>
          <a:xfrm>
            <a:off x="609600" y="5581650"/>
            <a:ext cx="10972800" cy="552450"/>
          </a:xfrm>
          <a:prstGeom prst="roundRect">
            <a:avLst>
              <a:gd name="adj" fmla="val 20690"/>
            </a:avLst>
          </a:prstGeom>
          <a:solidFill>
            <a:srgbClr val="051C2C"/>
          </a:solidFill>
          <a:ln w="0">
            <a:solidFill>
              <a:srgbClr val="051C2C"/>
            </a:solidFill>
            <a:prstDash val="solid"/>
          </a:ln>
        </p:spPr>
      </p:sp>
      <p:sp>
        <p:nvSpPr>
          <p:cNvPr id="69" name="직사각형 68">
            <a:extLst>
              <a:ext uri="{FF2B5EF4-FFF2-40B4-BE49-F238E27FC236}">
                <a16:creationId xmlns:a16="http://schemas.microsoft.com/office/drawing/2014/main" id="{6A3330B9-2147-4C9F-9EA9-16D78C1D8EE9}"/>
              </a:ext>
            </a:extLst>
          </p:cNvPr>
          <p:cNvSpPr>
            <a:spLocks noGrp="1"/>
          </p:cNvSpPr>
          <p:nvPr/>
        </p:nvSpPr>
        <p:spPr>
          <a:xfrm>
            <a:off x="838200" y="5676900"/>
            <a:ext cx="10515600" cy="361950"/>
          </a:xfrm>
          <a:prstGeom prst="rect">
            <a:avLst/>
          </a:prstGeom>
          <a:noFill/>
          <a:ln w="0">
            <a:noFill/>
            <a:prstDash val="solid"/>
          </a:ln>
        </p:spPr>
        <p:txBody>
          <a:bodyPr lIns="0" tIns="0" rIns="0" bIns="0" anchor="ctr"/>
          <a:lstStyle/>
          <a:p>
            <a:pPr algn="ctr">
              <a:defRPr sz="1500" b="1">
                <a:solidFill>
                  <a:srgbClr val="FFFFFF"/>
                </a:solidFill>
                <a:latin typeface="Noto Sans KR"/>
                <a:ea typeface="Noto Sans KR"/>
                <a:cs typeface="Noto Sans KR"/>
              </a:defRPr>
            </a:pPr>
            <a:r>
              <a:rPr sz="1500" b="1">
                <a:solidFill>
                  <a:srgbClr val="FFFFFF"/>
                </a:solidFill>
                <a:latin typeface="Noto Sans KR"/>
                <a:ea typeface="Noto Sans KR"/>
                <a:cs typeface="Noto Sans KR"/>
              </a:rPr>
              <a:t>핵심 경쟁력  |  10종 API + 근거·게이트 스키마 + HSK 도메인 규칙</a:t>
            </a:r>
          </a:p>
        </p:txBody>
      </p:sp>
    </p:spTree>
    <p:extLst>
      <p:ext uri="{BB962C8B-B14F-4D97-AF65-F5344CB8AC3E}">
        <p14:creationId xmlns:p14="http://schemas.microsoft.com/office/powerpoint/2010/main" val="2741768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384048" y="310896"/>
            <a:ext cx="1737360" cy="201168"/>
          </a:xfrm>
          <a:prstGeom prst="rect">
            <a:avLst/>
          </a:prstGeom>
          <a:noFill/>
          <a:ln/>
        </p:spPr>
        <p:txBody>
          <a:bodyPr wrap="square" lIns="0" tIns="0" rIns="0" bIns="0" rtlCol="0" anchor="t">
            <a:normAutofit/>
          </a:bodyPr>
          <a:lstStyle/>
          <a:p>
            <a:pPr marL="0" indent="0" algn="l">
              <a:buNone/>
            </a:pPr>
            <a:r>
              <a:rPr lang="en-US" sz="700" b="1" dirty="0">
                <a:solidFill>
                  <a:srgbClr val="00A98F"/>
                </a:solidFill>
                <a:latin typeface="Malgun Gothic" pitchFamily="34" charset="0"/>
                <a:ea typeface="Malgun Gothic" pitchFamily="34" charset="-122"/>
                <a:cs typeface="Malgun Gothic" pitchFamily="34" charset="-120"/>
              </a:rPr>
              <a:t>BUSINESS MODEL</a:t>
            </a:r>
            <a:endParaRPr lang="en-US" sz="700" dirty="0"/>
          </a:p>
        </p:txBody>
      </p:sp>
      <p:sp>
        <p:nvSpPr>
          <p:cNvPr id="3" name="Text 1"/>
          <p:cNvSpPr/>
          <p:nvPr/>
        </p:nvSpPr>
        <p:spPr>
          <a:xfrm>
            <a:off x="384048" y="603504"/>
            <a:ext cx="10607040" cy="402336"/>
          </a:xfrm>
          <a:prstGeom prst="rect">
            <a:avLst/>
          </a:prstGeom>
          <a:noFill/>
          <a:ln/>
        </p:spPr>
        <p:txBody>
          <a:bodyPr wrap="square" lIns="0" tIns="0" rIns="0" bIns="0" rtlCol="0" anchor="t">
            <a:normAutofit/>
          </a:bodyPr>
          <a:lstStyle/>
          <a:p>
            <a:pPr marL="0" indent="0" algn="l">
              <a:buNone/>
            </a:pPr>
            <a:r>
              <a:rPr lang="en-US" sz="1900" b="1" dirty="0">
                <a:solidFill>
                  <a:srgbClr val="001D2B"/>
                </a:solidFill>
                <a:latin typeface="Malgun Gothic" pitchFamily="34" charset="0"/>
                <a:ea typeface="Malgun Gothic" pitchFamily="34" charset="-122"/>
                <a:cs typeface="Malgun Gothic" pitchFamily="34" charset="-120"/>
              </a:rPr>
              <a:t>수출 전담 인력이 없는 제조기업을 위한 구독형 서비스로 시작합니다</a:t>
            </a:r>
            <a:endParaRPr lang="en-US" sz="1900" dirty="0"/>
          </a:p>
        </p:txBody>
      </p:sp>
      <p:sp>
        <p:nvSpPr>
          <p:cNvPr id="4" name="Shape 2"/>
          <p:cNvSpPr/>
          <p:nvPr/>
        </p:nvSpPr>
        <p:spPr>
          <a:xfrm>
            <a:off x="384048" y="1143000"/>
            <a:ext cx="11155680" cy="0"/>
          </a:xfrm>
          <a:prstGeom prst="line">
            <a:avLst/>
          </a:prstGeom>
          <a:noFill/>
          <a:ln w="15240">
            <a:solidFill>
              <a:srgbClr val="001D2B"/>
            </a:solidFill>
            <a:prstDash val="solid"/>
          </a:ln>
        </p:spPr>
      </p:sp>
      <p:sp>
        <p:nvSpPr>
          <p:cNvPr id="6" name="Shape 4"/>
          <p:cNvSpPr/>
          <p:nvPr/>
        </p:nvSpPr>
        <p:spPr>
          <a:xfrm>
            <a:off x="3803904" y="3346704"/>
            <a:ext cx="201168" cy="201168"/>
          </a:xfrm>
          <a:prstGeom prst="chevron">
            <a:avLst/>
          </a:prstGeom>
          <a:solidFill>
            <a:srgbClr val="00A98F"/>
          </a:solidFill>
          <a:ln w="12700">
            <a:solidFill>
              <a:srgbClr val="00A98F"/>
            </a:solidFill>
            <a:prstDash val="solid"/>
          </a:ln>
        </p:spPr>
      </p:sp>
      <p:sp>
        <p:nvSpPr>
          <p:cNvPr id="7" name="Shape 5"/>
          <p:cNvSpPr/>
          <p:nvPr/>
        </p:nvSpPr>
        <p:spPr>
          <a:xfrm>
            <a:off x="7461504" y="3346704"/>
            <a:ext cx="201168" cy="201168"/>
          </a:xfrm>
          <a:prstGeom prst="chevron">
            <a:avLst/>
          </a:prstGeom>
          <a:solidFill>
            <a:srgbClr val="00A98F"/>
          </a:solidFill>
          <a:ln w="12700">
            <a:solidFill>
              <a:srgbClr val="00A98F"/>
            </a:solidFill>
            <a:prstDash val="solid"/>
          </a:ln>
        </p:spPr>
      </p:sp>
      <p:sp>
        <p:nvSpPr>
          <p:cNvPr id="9" name="Text 7"/>
          <p:cNvSpPr/>
          <p:nvPr/>
        </p:nvSpPr>
        <p:spPr>
          <a:xfrm>
            <a:off x="1005840" y="1545336"/>
            <a:ext cx="1508760" cy="256032"/>
          </a:xfrm>
          <a:prstGeom prst="rect">
            <a:avLst/>
          </a:prstGeom>
          <a:solidFill>
            <a:srgbClr val="001D2B"/>
          </a:solidFill>
          <a:ln>
            <a:solidFill>
              <a:srgbClr val="001D2B"/>
            </a:solidFill>
          </a:ln>
        </p:spPr>
        <p:txBody>
          <a:bodyPr wrap="square" lIns="254" tIns="254" rIns="254" bIns="254" rtlCol="0" anchor="ctr">
            <a:normAutofit/>
          </a:bodyPr>
          <a:lstStyle/>
          <a:p>
            <a:pPr marL="0" indent="0" algn="ctr">
              <a:buNone/>
            </a:pPr>
            <a:r>
              <a:rPr lang="en-US" sz="730" b="1" dirty="0">
                <a:solidFill>
                  <a:srgbClr val="FFFFFF"/>
                </a:solidFill>
                <a:latin typeface="Malgun Gothic" pitchFamily="34" charset="0"/>
                <a:ea typeface="Malgun Gothic" pitchFamily="34" charset="-122"/>
                <a:cs typeface="Malgun Gothic" pitchFamily="34" charset="-120"/>
              </a:rPr>
              <a:t>초기 고객</a:t>
            </a:r>
            <a:endParaRPr lang="en-US" sz="730" dirty="0"/>
          </a:p>
        </p:txBody>
      </p:sp>
      <p:sp>
        <p:nvSpPr>
          <p:cNvPr id="10" name="Text 8"/>
          <p:cNvSpPr/>
          <p:nvPr/>
        </p:nvSpPr>
        <p:spPr>
          <a:xfrm>
            <a:off x="475488" y="2157984"/>
            <a:ext cx="3154680" cy="603504"/>
          </a:xfrm>
          <a:prstGeom prst="rect">
            <a:avLst/>
          </a:prstGeom>
          <a:noFill/>
          <a:ln/>
        </p:spPr>
        <p:txBody>
          <a:bodyPr wrap="square" lIns="0" tIns="0" rIns="0" bIns="0" rtlCol="0" anchor="t">
            <a:normAutofit/>
          </a:bodyPr>
          <a:lstStyle/>
          <a:p>
            <a:pPr marL="0" indent="0" algn="l">
              <a:buNone/>
            </a:pPr>
            <a:r>
              <a:rPr lang="en-US" sz="1800" b="1" dirty="0">
                <a:solidFill>
                  <a:srgbClr val="001D2B"/>
                </a:solidFill>
                <a:latin typeface="Malgun Gothic" pitchFamily="34" charset="0"/>
                <a:ea typeface="Malgun Gothic" pitchFamily="34" charset="-122"/>
                <a:cs typeface="Malgun Gothic" pitchFamily="34" charset="-120"/>
              </a:rPr>
              <a:t>무역 전담 인력이 없는</a:t>
            </a:r>
            <a:endParaRPr lang="en-US" sz="1800" dirty="0"/>
          </a:p>
          <a:p>
            <a:pPr marL="0" indent="0" algn="l">
              <a:buNone/>
            </a:pPr>
            <a:r>
              <a:rPr lang="en-US" sz="1800" b="1" dirty="0">
                <a:solidFill>
                  <a:srgbClr val="001D2B"/>
                </a:solidFill>
                <a:latin typeface="Malgun Gothic" pitchFamily="34" charset="0"/>
                <a:ea typeface="Malgun Gothic" pitchFamily="34" charset="-122"/>
                <a:cs typeface="Malgun Gothic" pitchFamily="34" charset="-120"/>
              </a:rPr>
              <a:t>중소 제조기업</a:t>
            </a:r>
            <a:endParaRPr lang="en-US" sz="1800" dirty="0"/>
          </a:p>
        </p:txBody>
      </p:sp>
      <p:sp>
        <p:nvSpPr>
          <p:cNvPr id="11" name="Shape 9"/>
          <p:cNvSpPr/>
          <p:nvPr/>
        </p:nvSpPr>
        <p:spPr>
          <a:xfrm>
            <a:off x="475488" y="2907792"/>
            <a:ext cx="3154680" cy="0"/>
          </a:xfrm>
          <a:prstGeom prst="line">
            <a:avLst/>
          </a:prstGeom>
          <a:noFill/>
          <a:ln w="13970">
            <a:solidFill>
              <a:srgbClr val="CAD6DA"/>
            </a:solidFill>
            <a:prstDash val="solid"/>
          </a:ln>
        </p:spPr>
      </p:sp>
      <p:sp>
        <p:nvSpPr>
          <p:cNvPr id="12" name="Text 10"/>
          <p:cNvSpPr/>
          <p:nvPr/>
        </p:nvSpPr>
        <p:spPr>
          <a:xfrm>
            <a:off x="475488" y="3154680"/>
            <a:ext cx="3154680" cy="841248"/>
          </a:xfrm>
          <a:prstGeom prst="rect">
            <a:avLst/>
          </a:prstGeom>
          <a:noFill/>
          <a:ln/>
        </p:spPr>
        <p:txBody>
          <a:bodyPr wrap="square" lIns="254" tIns="254" rIns="254" bIns="254" rtlCol="0" anchor="t">
            <a:normAutofit/>
          </a:bodyPr>
          <a:lstStyle/>
          <a:p>
            <a:pPr marL="0" indent="0" algn="l">
              <a:buNone/>
            </a:pPr>
            <a:r>
              <a:rPr lang="en-US" sz="950" dirty="0">
                <a:solidFill>
                  <a:srgbClr val="071D2B"/>
                </a:solidFill>
                <a:latin typeface="Malgun Gothic" pitchFamily="34" charset="0"/>
                <a:ea typeface="Malgun Gothic" pitchFamily="34" charset="-122"/>
                <a:cs typeface="Malgun Gothic" pitchFamily="34" charset="-120"/>
              </a:rPr>
              <a:t>• 해외 진출을 검토 중인 기업</a:t>
            </a:r>
            <a:endParaRPr lang="en-US" sz="950" dirty="0"/>
          </a:p>
          <a:p>
            <a:pPr marL="0" indent="0" algn="l">
              <a:buNone/>
            </a:pPr>
            <a:r>
              <a:rPr lang="en-US" sz="950" dirty="0">
                <a:solidFill>
                  <a:srgbClr val="071D2B"/>
                </a:solidFill>
                <a:latin typeface="Malgun Gothic" pitchFamily="34" charset="0"/>
                <a:ea typeface="Malgun Gothic" pitchFamily="34" charset="-122"/>
                <a:cs typeface="Malgun Gothic" pitchFamily="34" charset="-120"/>
              </a:rPr>
              <a:t>• 관세·인증·규제 조사가 어려운 기업</a:t>
            </a:r>
            <a:endParaRPr lang="en-US" sz="950" dirty="0"/>
          </a:p>
          <a:p>
            <a:pPr marL="0" indent="0" algn="l">
              <a:buNone/>
            </a:pPr>
            <a:r>
              <a:rPr lang="en-US" sz="950" dirty="0">
                <a:solidFill>
                  <a:srgbClr val="071D2B"/>
                </a:solidFill>
                <a:latin typeface="Malgun Gothic" pitchFamily="34" charset="0"/>
                <a:ea typeface="Malgun Gothic" pitchFamily="34" charset="-122"/>
                <a:cs typeface="Malgun Gothic" pitchFamily="34" charset="-120"/>
              </a:rPr>
              <a:t>• 빠른 1차 판단이 필요한 실무자</a:t>
            </a:r>
            <a:endParaRPr lang="en-US" sz="950" dirty="0"/>
          </a:p>
        </p:txBody>
      </p:sp>
      <p:sp>
        <p:nvSpPr>
          <p:cNvPr id="13" name="Text 11"/>
          <p:cNvSpPr/>
          <p:nvPr/>
        </p:nvSpPr>
        <p:spPr>
          <a:xfrm>
            <a:off x="475488" y="4315968"/>
            <a:ext cx="731520" cy="182880"/>
          </a:xfrm>
          <a:prstGeom prst="rect">
            <a:avLst/>
          </a:prstGeom>
          <a:noFill/>
          <a:ln/>
        </p:spPr>
        <p:txBody>
          <a:bodyPr wrap="square" lIns="0" tIns="0" rIns="0" bIns="0" rtlCol="0" anchor="t">
            <a:normAutofit/>
          </a:bodyPr>
          <a:lstStyle/>
          <a:p>
            <a:pPr marL="0" indent="0" algn="l">
              <a:buNone/>
            </a:pPr>
            <a:r>
              <a:rPr lang="en-US" sz="740" b="1" dirty="0">
                <a:solidFill>
                  <a:srgbClr val="00A98F"/>
                </a:solidFill>
                <a:latin typeface="Malgun Gothic" pitchFamily="34" charset="0"/>
                <a:ea typeface="Malgun Gothic" pitchFamily="34" charset="-122"/>
                <a:cs typeface="Malgun Gothic" pitchFamily="34" charset="-120"/>
              </a:rPr>
              <a:t>기업 효과</a:t>
            </a:r>
            <a:endParaRPr lang="en-US" sz="740" dirty="0"/>
          </a:p>
        </p:txBody>
      </p:sp>
      <p:sp>
        <p:nvSpPr>
          <p:cNvPr id="14" name="Text 12"/>
          <p:cNvSpPr/>
          <p:nvPr/>
        </p:nvSpPr>
        <p:spPr>
          <a:xfrm>
            <a:off x="475488" y="4626864"/>
            <a:ext cx="3154680" cy="530352"/>
          </a:xfrm>
          <a:prstGeom prst="rect">
            <a:avLst/>
          </a:prstGeom>
          <a:noFill/>
          <a:ln/>
        </p:spPr>
        <p:txBody>
          <a:bodyPr wrap="square" lIns="0" tIns="0" rIns="0" bIns="0" rtlCol="0" anchor="t">
            <a:normAutofit/>
          </a:bodyPr>
          <a:lstStyle/>
          <a:p>
            <a:pPr marL="0" indent="0" algn="l">
              <a:buNone/>
            </a:pPr>
            <a:r>
              <a:rPr lang="en-US" sz="1320" b="1" dirty="0">
                <a:solidFill>
                  <a:srgbClr val="001D2B"/>
                </a:solidFill>
                <a:latin typeface="Malgun Gothic" pitchFamily="34" charset="0"/>
                <a:ea typeface="Malgun Gothic" pitchFamily="34" charset="-122"/>
                <a:cs typeface="Malgun Gothic" pitchFamily="34" charset="-120"/>
              </a:rPr>
              <a:t>검색 시간을 줄이고</a:t>
            </a:r>
            <a:endParaRPr lang="en-US" sz="1320" dirty="0"/>
          </a:p>
          <a:p>
            <a:pPr marL="0" indent="0" algn="l">
              <a:buNone/>
            </a:pPr>
            <a:r>
              <a:rPr lang="en-US" sz="1320" b="1" dirty="0">
                <a:solidFill>
                  <a:srgbClr val="001D2B"/>
                </a:solidFill>
                <a:latin typeface="Malgun Gothic" pitchFamily="34" charset="0"/>
                <a:ea typeface="Malgun Gothic" pitchFamily="34" charset="-122"/>
                <a:cs typeface="Malgun Gothic" pitchFamily="34" charset="-120"/>
              </a:rPr>
              <a:t>첫 판단을 빠르게 만듭니다.</a:t>
            </a:r>
            <a:endParaRPr lang="en-US" sz="1320" dirty="0"/>
          </a:p>
        </p:txBody>
      </p:sp>
      <p:sp>
        <p:nvSpPr>
          <p:cNvPr id="16" name="Text 14"/>
          <p:cNvSpPr/>
          <p:nvPr/>
        </p:nvSpPr>
        <p:spPr>
          <a:xfrm>
            <a:off x="4681728" y="1545336"/>
            <a:ext cx="1508760" cy="256032"/>
          </a:xfrm>
          <a:prstGeom prst="rect">
            <a:avLst/>
          </a:prstGeom>
          <a:solidFill>
            <a:srgbClr val="001D2B"/>
          </a:solidFill>
          <a:ln>
            <a:solidFill>
              <a:srgbClr val="001D2B"/>
            </a:solidFill>
          </a:ln>
        </p:spPr>
        <p:txBody>
          <a:bodyPr wrap="square" lIns="254" tIns="254" rIns="254" bIns="254" rtlCol="0" anchor="ctr">
            <a:normAutofit/>
          </a:bodyPr>
          <a:lstStyle/>
          <a:p>
            <a:pPr marL="0" indent="0" algn="ctr">
              <a:buNone/>
            </a:pPr>
            <a:r>
              <a:rPr lang="en-US" sz="730" b="1" dirty="0">
                <a:solidFill>
                  <a:srgbClr val="FFFFFF"/>
                </a:solidFill>
                <a:latin typeface="Malgun Gothic" pitchFamily="34" charset="0"/>
                <a:ea typeface="Malgun Gothic" pitchFamily="34" charset="-122"/>
                <a:cs typeface="Malgun Gothic" pitchFamily="34" charset="-120"/>
              </a:rPr>
              <a:t>제공 서비스</a:t>
            </a:r>
            <a:endParaRPr lang="en-US" sz="730" dirty="0"/>
          </a:p>
        </p:txBody>
      </p:sp>
      <p:sp>
        <p:nvSpPr>
          <p:cNvPr id="17" name="Text 15"/>
          <p:cNvSpPr/>
          <p:nvPr/>
        </p:nvSpPr>
        <p:spPr>
          <a:xfrm>
            <a:off x="4151376" y="2157984"/>
            <a:ext cx="3154680" cy="603504"/>
          </a:xfrm>
          <a:prstGeom prst="rect">
            <a:avLst/>
          </a:prstGeom>
          <a:noFill/>
          <a:ln/>
        </p:spPr>
        <p:txBody>
          <a:bodyPr wrap="square" lIns="0" tIns="0" rIns="0" bIns="0" rtlCol="0" anchor="t">
            <a:normAutofit/>
          </a:bodyPr>
          <a:lstStyle/>
          <a:p>
            <a:pPr marL="0" indent="0" algn="l">
              <a:buNone/>
            </a:pPr>
            <a:r>
              <a:rPr lang="en-US" sz="1800" b="1" dirty="0">
                <a:solidFill>
                  <a:srgbClr val="001D2B"/>
                </a:solidFill>
                <a:latin typeface="Malgun Gothic" pitchFamily="34" charset="0"/>
                <a:ea typeface="Malgun Gothic" pitchFamily="34" charset="-122"/>
                <a:cs typeface="Malgun Gothic" pitchFamily="34" charset="-120"/>
              </a:rPr>
              <a:t>기업·품목 입력만으로</a:t>
            </a:r>
            <a:endParaRPr lang="en-US" sz="1800" dirty="0"/>
          </a:p>
          <a:p>
            <a:pPr marL="0" indent="0" algn="l">
              <a:buNone/>
            </a:pPr>
            <a:r>
              <a:rPr lang="en-US" sz="1800" b="1" dirty="0">
                <a:solidFill>
                  <a:srgbClr val="001D2B"/>
                </a:solidFill>
                <a:latin typeface="Malgun Gothic" pitchFamily="34" charset="0"/>
                <a:ea typeface="Malgun Gothic" pitchFamily="34" charset="-122"/>
                <a:cs typeface="Malgun Gothic" pitchFamily="34" charset="-120"/>
              </a:rPr>
              <a:t>수출 가능성 분석</a:t>
            </a:r>
            <a:endParaRPr lang="en-US" sz="1800" dirty="0"/>
          </a:p>
        </p:txBody>
      </p:sp>
      <p:sp>
        <p:nvSpPr>
          <p:cNvPr id="18" name="Shape 16"/>
          <p:cNvSpPr/>
          <p:nvPr/>
        </p:nvSpPr>
        <p:spPr>
          <a:xfrm>
            <a:off x="4151376" y="2907792"/>
            <a:ext cx="3154680" cy="0"/>
          </a:xfrm>
          <a:prstGeom prst="line">
            <a:avLst/>
          </a:prstGeom>
          <a:noFill/>
          <a:ln w="13970">
            <a:solidFill>
              <a:srgbClr val="CAD6DA"/>
            </a:solidFill>
            <a:prstDash val="solid"/>
          </a:ln>
        </p:spPr>
      </p:sp>
      <p:sp>
        <p:nvSpPr>
          <p:cNvPr id="19" name="Text 17"/>
          <p:cNvSpPr/>
          <p:nvPr/>
        </p:nvSpPr>
        <p:spPr>
          <a:xfrm>
            <a:off x="4151376" y="3154680"/>
            <a:ext cx="3154680" cy="841248"/>
          </a:xfrm>
          <a:prstGeom prst="rect">
            <a:avLst/>
          </a:prstGeom>
          <a:noFill/>
          <a:ln/>
        </p:spPr>
        <p:txBody>
          <a:bodyPr wrap="square" lIns="254" tIns="254" rIns="254" bIns="254" rtlCol="0" anchor="t">
            <a:normAutofit/>
          </a:bodyPr>
          <a:lstStyle/>
          <a:p>
            <a:pPr marL="0" indent="0" algn="l">
              <a:buNone/>
            </a:pPr>
            <a:r>
              <a:rPr lang="en-US" sz="950" dirty="0">
                <a:solidFill>
                  <a:srgbClr val="071D2B"/>
                </a:solidFill>
                <a:latin typeface="Malgun Gothic" pitchFamily="34" charset="0"/>
                <a:ea typeface="Malgun Gothic" pitchFamily="34" charset="-122"/>
                <a:cs typeface="Malgun Gothic" pitchFamily="34" charset="-120"/>
              </a:rPr>
              <a:t>• 후보국 Top 3 추천</a:t>
            </a:r>
            <a:endParaRPr lang="en-US" sz="950" dirty="0"/>
          </a:p>
          <a:p>
            <a:pPr marL="0" indent="0" algn="l">
              <a:buNone/>
            </a:pPr>
            <a:r>
              <a:rPr lang="en-US" sz="950" dirty="0">
                <a:solidFill>
                  <a:srgbClr val="071D2B"/>
                </a:solidFill>
                <a:latin typeface="Malgun Gothic" pitchFamily="34" charset="0"/>
                <a:ea typeface="Malgun Gothic" pitchFamily="34" charset="-122"/>
                <a:cs typeface="Malgun Gothic" pitchFamily="34" charset="-120"/>
              </a:rPr>
              <a:t>• 관세·인증·규제·결제 위험 확인</a:t>
            </a:r>
            <a:endParaRPr lang="en-US" sz="950" dirty="0"/>
          </a:p>
          <a:p>
            <a:pPr marL="0" indent="0" algn="l">
              <a:buNone/>
            </a:pPr>
            <a:r>
              <a:rPr lang="en-US" sz="950" dirty="0">
                <a:solidFill>
                  <a:srgbClr val="071D2B"/>
                </a:solidFill>
                <a:latin typeface="Malgun Gothic" pitchFamily="34" charset="0"/>
                <a:ea typeface="Malgun Gothic" pitchFamily="34" charset="-122"/>
                <a:cs typeface="Malgun Gothic" pitchFamily="34" charset="-120"/>
              </a:rPr>
              <a:t>• 실행 리포트 PDF 제공</a:t>
            </a:r>
            <a:endParaRPr lang="en-US" sz="950" dirty="0"/>
          </a:p>
        </p:txBody>
      </p:sp>
      <p:sp>
        <p:nvSpPr>
          <p:cNvPr id="20" name="Text 18"/>
          <p:cNvSpPr/>
          <p:nvPr/>
        </p:nvSpPr>
        <p:spPr>
          <a:xfrm>
            <a:off x="4151376" y="4315968"/>
            <a:ext cx="731520" cy="182880"/>
          </a:xfrm>
          <a:prstGeom prst="rect">
            <a:avLst/>
          </a:prstGeom>
          <a:noFill/>
          <a:ln/>
        </p:spPr>
        <p:txBody>
          <a:bodyPr wrap="square" lIns="0" tIns="0" rIns="0" bIns="0" rtlCol="0" anchor="t">
            <a:normAutofit/>
          </a:bodyPr>
          <a:lstStyle/>
          <a:p>
            <a:pPr marL="0" indent="0" algn="l">
              <a:buNone/>
            </a:pPr>
            <a:r>
              <a:rPr lang="en-US" sz="740" b="1" dirty="0">
                <a:solidFill>
                  <a:srgbClr val="00A98F"/>
                </a:solidFill>
                <a:latin typeface="Malgun Gothic" pitchFamily="34" charset="0"/>
                <a:ea typeface="Malgun Gothic" pitchFamily="34" charset="-122"/>
                <a:cs typeface="Malgun Gothic" pitchFamily="34" charset="-120"/>
              </a:rPr>
              <a:t>기업 효과</a:t>
            </a:r>
            <a:endParaRPr lang="en-US" sz="740" dirty="0"/>
          </a:p>
        </p:txBody>
      </p:sp>
      <p:sp>
        <p:nvSpPr>
          <p:cNvPr id="21" name="Text 19"/>
          <p:cNvSpPr/>
          <p:nvPr/>
        </p:nvSpPr>
        <p:spPr>
          <a:xfrm>
            <a:off x="4151376" y="4626864"/>
            <a:ext cx="3154680" cy="530352"/>
          </a:xfrm>
          <a:prstGeom prst="rect">
            <a:avLst/>
          </a:prstGeom>
          <a:noFill/>
          <a:ln/>
        </p:spPr>
        <p:txBody>
          <a:bodyPr wrap="square" lIns="0" tIns="0" rIns="0" bIns="0" rtlCol="0" anchor="t">
            <a:normAutofit/>
          </a:bodyPr>
          <a:lstStyle/>
          <a:p>
            <a:pPr marL="0" indent="0" algn="l">
              <a:buNone/>
            </a:pPr>
            <a:r>
              <a:rPr lang="en-US" sz="1320" b="1" dirty="0">
                <a:solidFill>
                  <a:srgbClr val="001D2B"/>
                </a:solidFill>
                <a:latin typeface="Malgun Gothic" pitchFamily="34" charset="0"/>
                <a:ea typeface="Malgun Gothic" pitchFamily="34" charset="-122"/>
                <a:cs typeface="Malgun Gothic" pitchFamily="34" charset="-120"/>
              </a:rPr>
              <a:t>흩어진 데이터를 하나의</a:t>
            </a:r>
            <a:endParaRPr lang="en-US" sz="1320" dirty="0"/>
          </a:p>
          <a:p>
            <a:pPr marL="0" indent="0" algn="l">
              <a:buNone/>
            </a:pPr>
            <a:r>
              <a:rPr lang="en-US" sz="1320" b="1" dirty="0">
                <a:solidFill>
                  <a:srgbClr val="001D2B"/>
                </a:solidFill>
                <a:latin typeface="Malgun Gothic" pitchFamily="34" charset="0"/>
                <a:ea typeface="Malgun Gothic" pitchFamily="34" charset="-122"/>
                <a:cs typeface="Malgun Gothic" pitchFamily="34" charset="-120"/>
              </a:rPr>
              <a:t>판단 흐름으로 연결합니다.</a:t>
            </a:r>
            <a:endParaRPr lang="en-US" sz="1320" dirty="0"/>
          </a:p>
        </p:txBody>
      </p:sp>
      <p:sp>
        <p:nvSpPr>
          <p:cNvPr id="23" name="Text 21"/>
          <p:cNvSpPr/>
          <p:nvPr/>
        </p:nvSpPr>
        <p:spPr>
          <a:xfrm>
            <a:off x="8357616" y="1545336"/>
            <a:ext cx="1508760" cy="256032"/>
          </a:xfrm>
          <a:prstGeom prst="rect">
            <a:avLst/>
          </a:prstGeom>
          <a:solidFill>
            <a:srgbClr val="00A98F"/>
          </a:solidFill>
          <a:ln>
            <a:solidFill>
              <a:srgbClr val="00A98F"/>
            </a:solidFill>
          </a:ln>
        </p:spPr>
        <p:txBody>
          <a:bodyPr wrap="square" lIns="254" tIns="254" rIns="254" bIns="254" rtlCol="0" anchor="ctr">
            <a:normAutofit/>
          </a:bodyPr>
          <a:lstStyle/>
          <a:p>
            <a:pPr marL="0" indent="0" algn="ctr">
              <a:buNone/>
            </a:pPr>
            <a:r>
              <a:rPr lang="en-US" sz="730" b="1" dirty="0">
                <a:solidFill>
                  <a:srgbClr val="FFFFFF"/>
                </a:solidFill>
                <a:latin typeface="Malgun Gothic" pitchFamily="34" charset="0"/>
                <a:ea typeface="Malgun Gothic" pitchFamily="34" charset="-122"/>
                <a:cs typeface="Malgun Gothic" pitchFamily="34" charset="-120"/>
              </a:rPr>
              <a:t>수익 모델</a:t>
            </a:r>
            <a:endParaRPr lang="en-US" sz="730" dirty="0"/>
          </a:p>
        </p:txBody>
      </p:sp>
      <p:sp>
        <p:nvSpPr>
          <p:cNvPr id="24" name="Text 22"/>
          <p:cNvSpPr/>
          <p:nvPr/>
        </p:nvSpPr>
        <p:spPr>
          <a:xfrm>
            <a:off x="7827264" y="2157984"/>
            <a:ext cx="3246120" cy="603504"/>
          </a:xfrm>
          <a:prstGeom prst="rect">
            <a:avLst/>
          </a:prstGeom>
          <a:noFill/>
          <a:ln/>
        </p:spPr>
        <p:txBody>
          <a:bodyPr wrap="square" lIns="0" tIns="0" rIns="0" bIns="0" rtlCol="0" anchor="t">
            <a:normAutofit/>
          </a:bodyPr>
          <a:lstStyle/>
          <a:p>
            <a:pPr marL="0" indent="0" algn="l">
              <a:buNone/>
            </a:pPr>
            <a:r>
              <a:rPr lang="en-US" sz="1800" b="1" dirty="0">
                <a:solidFill>
                  <a:srgbClr val="001D2B"/>
                </a:solidFill>
                <a:latin typeface="Malgun Gothic" pitchFamily="34" charset="0"/>
                <a:ea typeface="Malgun Gothic" pitchFamily="34" charset="-122"/>
                <a:cs typeface="Malgun Gothic" pitchFamily="34" charset="-120"/>
              </a:rPr>
              <a:t>월·연 구독 중심의</a:t>
            </a:r>
            <a:endParaRPr lang="en-US" sz="1800" dirty="0"/>
          </a:p>
          <a:p>
            <a:pPr marL="0" indent="0" algn="l">
              <a:buNone/>
            </a:pPr>
            <a:r>
              <a:rPr lang="en-US" sz="1800" b="1" dirty="0">
                <a:solidFill>
                  <a:srgbClr val="001D2B"/>
                </a:solidFill>
                <a:latin typeface="Malgun Gothic" pitchFamily="34" charset="0"/>
                <a:ea typeface="Malgun Gothic" pitchFamily="34" charset="-122"/>
                <a:cs typeface="Malgun Gothic" pitchFamily="34" charset="-120"/>
              </a:rPr>
              <a:t>기업별 과금</a:t>
            </a:r>
            <a:endParaRPr lang="en-US" sz="1800" dirty="0"/>
          </a:p>
        </p:txBody>
      </p:sp>
      <p:sp>
        <p:nvSpPr>
          <p:cNvPr id="25" name="Shape 23"/>
          <p:cNvSpPr/>
          <p:nvPr/>
        </p:nvSpPr>
        <p:spPr>
          <a:xfrm>
            <a:off x="7827264" y="2907792"/>
            <a:ext cx="3246120" cy="0"/>
          </a:xfrm>
          <a:prstGeom prst="line">
            <a:avLst/>
          </a:prstGeom>
          <a:noFill/>
          <a:ln w="13970">
            <a:solidFill>
              <a:srgbClr val="CAD6DA"/>
            </a:solidFill>
            <a:prstDash val="solid"/>
          </a:ln>
        </p:spPr>
      </p:sp>
      <p:sp>
        <p:nvSpPr>
          <p:cNvPr id="26" name="Text 24"/>
          <p:cNvSpPr/>
          <p:nvPr/>
        </p:nvSpPr>
        <p:spPr>
          <a:xfrm>
            <a:off x="7827264" y="3154680"/>
            <a:ext cx="3246120" cy="841248"/>
          </a:xfrm>
          <a:prstGeom prst="rect">
            <a:avLst/>
          </a:prstGeom>
          <a:noFill/>
          <a:ln/>
        </p:spPr>
        <p:txBody>
          <a:bodyPr wrap="square" lIns="254" tIns="254" rIns="254" bIns="254" rtlCol="0" anchor="t">
            <a:normAutofit/>
          </a:bodyPr>
          <a:lstStyle/>
          <a:p>
            <a:pPr marL="0" indent="0" algn="l">
              <a:buNone/>
            </a:pPr>
            <a:r>
              <a:rPr lang="en-US" sz="950" dirty="0">
                <a:solidFill>
                  <a:srgbClr val="071D2B"/>
                </a:solidFill>
                <a:latin typeface="Malgun Gothic" pitchFamily="34" charset="0"/>
                <a:ea typeface="Malgun Gothic" pitchFamily="34" charset="-122"/>
                <a:cs typeface="Malgun Gothic" pitchFamily="34" charset="-120"/>
              </a:rPr>
              <a:t>• 기본 분석 횟수 포함</a:t>
            </a:r>
            <a:endParaRPr lang="en-US" sz="950" dirty="0"/>
          </a:p>
          <a:p>
            <a:pPr marL="0" indent="0" algn="l">
              <a:buNone/>
            </a:pPr>
            <a:r>
              <a:rPr lang="en-US" sz="950" dirty="0">
                <a:solidFill>
                  <a:srgbClr val="071D2B"/>
                </a:solidFill>
                <a:latin typeface="Malgun Gothic" pitchFamily="34" charset="0"/>
                <a:ea typeface="Malgun Gothic" pitchFamily="34" charset="-122"/>
                <a:cs typeface="Malgun Gothic" pitchFamily="34" charset="-120"/>
              </a:rPr>
              <a:t>• 국가·품목 추가 분석은 건별 과금</a:t>
            </a:r>
            <a:endParaRPr lang="en-US" sz="950" dirty="0"/>
          </a:p>
          <a:p>
            <a:pPr marL="0" indent="0" algn="l">
              <a:buNone/>
            </a:pPr>
            <a:r>
              <a:rPr lang="en-US" sz="950" dirty="0">
                <a:solidFill>
                  <a:srgbClr val="071D2B"/>
                </a:solidFill>
                <a:latin typeface="Malgun Gothic" pitchFamily="34" charset="0"/>
                <a:ea typeface="Malgun Gothic" pitchFamily="34" charset="-122"/>
                <a:cs typeface="Malgun Gothic" pitchFamily="34" charset="-120"/>
              </a:rPr>
              <a:t>• 전문가 확인 연계는 선택 옵션</a:t>
            </a:r>
            <a:endParaRPr lang="en-US" sz="950" dirty="0"/>
          </a:p>
        </p:txBody>
      </p:sp>
      <p:sp>
        <p:nvSpPr>
          <p:cNvPr id="27" name="Text 25"/>
          <p:cNvSpPr/>
          <p:nvPr/>
        </p:nvSpPr>
        <p:spPr>
          <a:xfrm>
            <a:off x="7827264" y="4315968"/>
            <a:ext cx="731520" cy="182880"/>
          </a:xfrm>
          <a:prstGeom prst="rect">
            <a:avLst/>
          </a:prstGeom>
          <a:noFill/>
          <a:ln/>
        </p:spPr>
        <p:txBody>
          <a:bodyPr wrap="square" lIns="0" tIns="0" rIns="0" bIns="0" rtlCol="0" anchor="t">
            <a:normAutofit/>
          </a:bodyPr>
          <a:lstStyle/>
          <a:p>
            <a:pPr marL="0" indent="0" algn="l">
              <a:buNone/>
            </a:pPr>
            <a:r>
              <a:rPr lang="en-US" sz="740" b="1" dirty="0">
                <a:solidFill>
                  <a:srgbClr val="00A98F"/>
                </a:solidFill>
                <a:latin typeface="Malgun Gothic" pitchFamily="34" charset="0"/>
                <a:ea typeface="Malgun Gothic" pitchFamily="34" charset="-122"/>
                <a:cs typeface="Malgun Gothic" pitchFamily="34" charset="-120"/>
              </a:rPr>
              <a:t>기업 효과</a:t>
            </a:r>
            <a:endParaRPr lang="en-US" sz="740" dirty="0"/>
          </a:p>
        </p:txBody>
      </p:sp>
      <p:sp>
        <p:nvSpPr>
          <p:cNvPr id="28" name="Text 26"/>
          <p:cNvSpPr/>
          <p:nvPr/>
        </p:nvSpPr>
        <p:spPr>
          <a:xfrm>
            <a:off x="7827264" y="4626864"/>
            <a:ext cx="3246120" cy="530352"/>
          </a:xfrm>
          <a:prstGeom prst="rect">
            <a:avLst/>
          </a:prstGeom>
          <a:noFill/>
          <a:ln/>
        </p:spPr>
        <p:txBody>
          <a:bodyPr wrap="square" lIns="0" tIns="0" rIns="0" bIns="0" rtlCol="0" anchor="t">
            <a:normAutofit/>
          </a:bodyPr>
          <a:lstStyle/>
          <a:p>
            <a:pPr marL="0" indent="0" algn="l">
              <a:buNone/>
            </a:pPr>
            <a:r>
              <a:rPr lang="en-US" sz="1320" b="1" dirty="0">
                <a:solidFill>
                  <a:srgbClr val="001D2B"/>
                </a:solidFill>
                <a:latin typeface="Malgun Gothic" pitchFamily="34" charset="0"/>
                <a:ea typeface="Malgun Gothic" pitchFamily="34" charset="-122"/>
                <a:cs typeface="Malgun Gothic" pitchFamily="34" charset="-120"/>
              </a:rPr>
              <a:t>사용량이 늘수록</a:t>
            </a:r>
            <a:endParaRPr lang="en-US" sz="1320" dirty="0"/>
          </a:p>
          <a:p>
            <a:pPr marL="0" indent="0" algn="l">
              <a:buNone/>
            </a:pPr>
            <a:r>
              <a:rPr lang="en-US" sz="1320" b="1" dirty="0">
                <a:solidFill>
                  <a:srgbClr val="001D2B"/>
                </a:solidFill>
                <a:latin typeface="Malgun Gothic" pitchFamily="34" charset="0"/>
                <a:ea typeface="Malgun Gothic" pitchFamily="34" charset="-122"/>
                <a:cs typeface="Malgun Gothic" pitchFamily="34" charset="-120"/>
              </a:rPr>
              <a:t>반복매출이 확장됩니다.</a:t>
            </a:r>
            <a:endParaRPr lang="en-US" sz="1320" dirty="0"/>
          </a:p>
        </p:txBody>
      </p:sp>
      <p:sp>
        <p:nvSpPr>
          <p:cNvPr id="37" name="Text 35"/>
          <p:cNvSpPr/>
          <p:nvPr/>
        </p:nvSpPr>
        <p:spPr>
          <a:xfrm>
            <a:off x="384048" y="6565392"/>
            <a:ext cx="2560320" cy="146304"/>
          </a:xfrm>
          <a:prstGeom prst="rect">
            <a:avLst/>
          </a:prstGeom>
          <a:noFill/>
          <a:ln/>
        </p:spPr>
        <p:txBody>
          <a:bodyPr wrap="square" lIns="0" tIns="0" rIns="0" bIns="0" rtlCol="0" anchor="t">
            <a:normAutofit/>
          </a:bodyPr>
          <a:lstStyle/>
          <a:p>
            <a:pPr marL="0" indent="0" algn="l">
              <a:buNone/>
            </a:pPr>
            <a:r>
              <a:rPr lang="en-US" sz="580" dirty="0">
                <a:solidFill>
                  <a:srgbClr val="5E727B"/>
                </a:solidFill>
                <a:latin typeface="Malgun Gothic" pitchFamily="34" charset="0"/>
                <a:ea typeface="Malgun Gothic" pitchFamily="34" charset="-122"/>
                <a:cs typeface="Malgun Gothic" pitchFamily="34" charset="-120"/>
              </a:rPr>
              <a:t>Source: 제안 사업·운영 모델</a:t>
            </a:r>
            <a:endParaRPr lang="en-US" sz="580" dirty="0"/>
          </a:p>
        </p:txBody>
      </p:sp>
      <p:sp>
        <p:nvSpPr>
          <p:cNvPr id="38" name="Text 36"/>
          <p:cNvSpPr/>
          <p:nvPr/>
        </p:nvSpPr>
        <p:spPr>
          <a:xfrm>
            <a:off x="11539728" y="6565392"/>
            <a:ext cx="164592" cy="146304"/>
          </a:xfrm>
          <a:prstGeom prst="rect">
            <a:avLst/>
          </a:prstGeom>
          <a:noFill/>
          <a:ln/>
        </p:spPr>
        <p:txBody>
          <a:bodyPr wrap="square" lIns="0" tIns="0" rIns="0" bIns="0" rtlCol="0" anchor="t">
            <a:normAutofit/>
          </a:bodyPr>
          <a:lstStyle/>
          <a:p>
            <a:pPr marL="0" indent="0" algn="r">
              <a:buNone/>
            </a:pPr>
            <a:r>
              <a:rPr lang="en-US" sz="600" dirty="0">
                <a:solidFill>
                  <a:srgbClr val="5E727B"/>
                </a:solidFill>
                <a:latin typeface="Malgun Gothic" pitchFamily="34" charset="0"/>
                <a:ea typeface="Malgun Gothic" pitchFamily="34" charset="-122"/>
                <a:cs typeface="Malgun Gothic" pitchFamily="34" charset="-120"/>
              </a:rPr>
              <a:t>13</a:t>
            </a:r>
            <a:endParaRPr lang="en-US" sz="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51C2C"/>
        </a:solidFill>
        <a:effectLst/>
      </p:bgPr>
    </p:bg>
    <p:spTree>
      <p:nvGrpSpPr>
        <p:cNvPr id="1" name=""/>
        <p:cNvGrpSpPr/>
        <p:nvPr/>
      </p:nvGrpSpPr>
      <p:grpSpPr>
        <a:xfrm>
          <a:off x="0" y="0"/>
          <a:ext cx="0" cy="0"/>
          <a:chOff x="0" y="0"/>
          <a:chExt cx="0" cy="0"/>
        </a:xfrm>
      </p:grpSpPr>
      <p:sp>
        <p:nvSpPr>
          <p:cNvPr id="21" name="직사각형 20">
            <a:extLst>
              <a:ext uri="{FF2B5EF4-FFF2-40B4-BE49-F238E27FC236}">
                <a16:creationId xmlns:a16="http://schemas.microsoft.com/office/drawing/2014/main" id="{AF414E4B-FC11-4585-9D27-40FEDE7C83E2}"/>
              </a:ext>
            </a:extLst>
          </p:cNvPr>
          <p:cNvSpPr>
            <a:spLocks noGrp="1"/>
          </p:cNvSpPr>
          <p:nvPr/>
        </p:nvSpPr>
        <p:spPr>
          <a:xfrm>
            <a:off x="742950" y="685800"/>
            <a:ext cx="6858000" cy="685800"/>
          </a:xfrm>
          <a:prstGeom prst="rect">
            <a:avLst/>
          </a:prstGeom>
          <a:noFill/>
          <a:ln w="0">
            <a:noFill/>
            <a:prstDash val="solid"/>
          </a:ln>
        </p:spPr>
        <p:txBody>
          <a:bodyPr lIns="0" tIns="0" rIns="0" bIns="0" anchor="ctr"/>
          <a:lstStyle/>
          <a:p>
            <a:pPr algn="l">
              <a:defRPr sz="3450" b="1">
                <a:solidFill>
                  <a:srgbClr val="FFFFFF"/>
                </a:solidFill>
                <a:latin typeface="Noto Sans KR"/>
                <a:ea typeface="Noto Sans KR"/>
                <a:cs typeface="Noto Sans KR"/>
              </a:defRPr>
            </a:pPr>
            <a:r>
              <a:rPr sz="3450" b="1">
                <a:solidFill>
                  <a:srgbClr val="FFFFFF"/>
                </a:solidFill>
                <a:latin typeface="Noto Sans KR"/>
                <a:ea typeface="Noto Sans KR"/>
                <a:cs typeface="Noto Sans KR"/>
              </a:rPr>
              <a:t>수출의 첫 판단을</a:t>
            </a:r>
          </a:p>
        </p:txBody>
      </p:sp>
      <p:sp>
        <p:nvSpPr>
          <p:cNvPr id="2" name="직사각형 1">
            <a:extLst>
              <a:ext uri="{FF2B5EF4-FFF2-40B4-BE49-F238E27FC236}">
                <a16:creationId xmlns:a16="http://schemas.microsoft.com/office/drawing/2014/main" id="{9829E11E-D504-4E0E-9D05-22C9177A12EE}"/>
              </a:ext>
            </a:extLst>
          </p:cNvPr>
          <p:cNvSpPr>
            <a:spLocks noGrp="1"/>
          </p:cNvSpPr>
          <p:nvPr/>
        </p:nvSpPr>
        <p:spPr>
          <a:xfrm>
            <a:off x="742950" y="1352550"/>
            <a:ext cx="6858000" cy="838200"/>
          </a:xfrm>
          <a:prstGeom prst="rect">
            <a:avLst/>
          </a:prstGeom>
          <a:noFill/>
          <a:ln w="0">
            <a:noFill/>
            <a:prstDash val="solid"/>
          </a:ln>
        </p:spPr>
        <p:txBody>
          <a:bodyPr lIns="0" tIns="0" rIns="0" bIns="0" anchor="ctr"/>
          <a:lstStyle/>
          <a:p>
            <a:pPr algn="l">
              <a:defRPr sz="5100" b="1">
                <a:solidFill>
                  <a:srgbClr val="8FD8CB"/>
                </a:solidFill>
                <a:latin typeface="Noto Sans KR"/>
                <a:ea typeface="Noto Sans KR"/>
                <a:cs typeface="Noto Sans KR"/>
              </a:defRPr>
            </a:pPr>
            <a:r>
              <a:rPr sz="5100" b="1">
                <a:solidFill>
                  <a:srgbClr val="8FD8CB"/>
                </a:solidFill>
                <a:latin typeface="Noto Sans KR"/>
                <a:ea typeface="Noto Sans KR"/>
                <a:cs typeface="Noto Sans KR"/>
              </a:rPr>
              <a:t>5분 안에</a:t>
            </a:r>
          </a:p>
        </p:txBody>
      </p:sp>
      <p:sp>
        <p:nvSpPr>
          <p:cNvPr id="3" name="직사각형 2">
            <a:extLst>
              <a:ext uri="{FF2B5EF4-FFF2-40B4-BE49-F238E27FC236}">
                <a16:creationId xmlns:a16="http://schemas.microsoft.com/office/drawing/2014/main" id="{23773D4B-0F34-4E4C-B66C-0653DCF5E70E}"/>
              </a:ext>
            </a:extLst>
          </p:cNvPr>
          <p:cNvSpPr>
            <a:spLocks noGrp="1"/>
          </p:cNvSpPr>
          <p:nvPr/>
        </p:nvSpPr>
        <p:spPr>
          <a:xfrm>
            <a:off x="781050" y="2628900"/>
            <a:ext cx="1905000" cy="266700"/>
          </a:xfrm>
          <a:prstGeom prst="rect">
            <a:avLst/>
          </a:prstGeom>
          <a:noFill/>
          <a:ln w="0">
            <a:noFill/>
            <a:prstDash val="solid"/>
          </a:ln>
        </p:spPr>
        <p:txBody>
          <a:bodyPr lIns="0" tIns="0" rIns="0" bIns="0" anchor="ctr"/>
          <a:lstStyle/>
          <a:p>
            <a:pPr algn="l">
              <a:defRPr sz="975" b="1">
                <a:solidFill>
                  <a:srgbClr val="8FD8CB"/>
                </a:solidFill>
                <a:latin typeface="Noto Sans KR"/>
                <a:ea typeface="Noto Sans KR"/>
                <a:cs typeface="Noto Sans KR"/>
              </a:defRPr>
            </a:pPr>
            <a:r>
              <a:rPr sz="975" b="1">
                <a:solidFill>
                  <a:srgbClr val="8FD8CB"/>
                </a:solidFill>
                <a:latin typeface="Noto Sans KR"/>
                <a:ea typeface="Noto Sans KR"/>
                <a:cs typeface="Noto Sans KR"/>
              </a:rPr>
              <a:t>구현된 흐름</a:t>
            </a:r>
          </a:p>
        </p:txBody>
      </p:sp>
      <p:sp>
        <p:nvSpPr>
          <p:cNvPr id="4" name="직사각형 3">
            <a:extLst>
              <a:ext uri="{FF2B5EF4-FFF2-40B4-BE49-F238E27FC236}">
                <a16:creationId xmlns:a16="http://schemas.microsoft.com/office/drawing/2014/main" id="{9379BD55-A0FC-4009-997A-2D21563FFDA6}"/>
              </a:ext>
            </a:extLst>
          </p:cNvPr>
          <p:cNvSpPr>
            <a:spLocks noGrp="1"/>
          </p:cNvSpPr>
          <p:nvPr/>
        </p:nvSpPr>
        <p:spPr>
          <a:xfrm>
            <a:off x="762000" y="3086100"/>
            <a:ext cx="1143000" cy="876300"/>
          </a:xfrm>
          <a:prstGeom prst="rect">
            <a:avLst/>
          </a:prstGeom>
          <a:noFill/>
          <a:ln w="0">
            <a:noFill/>
            <a:prstDash val="solid"/>
          </a:ln>
        </p:spPr>
        <p:txBody>
          <a:bodyPr lIns="0" tIns="0" rIns="0" bIns="0" anchor="ctr"/>
          <a:lstStyle/>
          <a:p>
            <a:pPr algn="ctr">
              <a:defRPr sz="5250" b="1">
                <a:solidFill>
                  <a:srgbClr val="FFFFFF"/>
                </a:solidFill>
                <a:latin typeface="Noto Sans KR"/>
                <a:ea typeface="Noto Sans KR"/>
                <a:cs typeface="Noto Sans KR"/>
              </a:defRPr>
            </a:pPr>
            <a:r>
              <a:rPr sz="5250" b="1">
                <a:solidFill>
                  <a:srgbClr val="FFFFFF"/>
                </a:solidFill>
                <a:latin typeface="Noto Sans KR"/>
                <a:ea typeface="Noto Sans KR"/>
                <a:cs typeface="Noto Sans KR"/>
              </a:rPr>
              <a:t>10</a:t>
            </a:r>
          </a:p>
        </p:txBody>
      </p:sp>
      <p:sp>
        <p:nvSpPr>
          <p:cNvPr id="5" name="직사각형 4">
            <a:extLst>
              <a:ext uri="{FF2B5EF4-FFF2-40B4-BE49-F238E27FC236}">
                <a16:creationId xmlns:a16="http://schemas.microsoft.com/office/drawing/2014/main" id="{1A74CEA8-3312-442A-A113-A9BA24535BFA}"/>
              </a:ext>
            </a:extLst>
          </p:cNvPr>
          <p:cNvSpPr>
            <a:spLocks noGrp="1"/>
          </p:cNvSpPr>
          <p:nvPr/>
        </p:nvSpPr>
        <p:spPr>
          <a:xfrm>
            <a:off x="1905000" y="3295650"/>
            <a:ext cx="1466850" cy="457200"/>
          </a:xfrm>
          <a:prstGeom prst="rect">
            <a:avLst/>
          </a:prstGeom>
          <a:noFill/>
          <a:ln w="0">
            <a:noFill/>
            <a:prstDash val="solid"/>
          </a:ln>
        </p:spPr>
        <p:txBody>
          <a:bodyPr lIns="0" tIns="0" rIns="0" bIns="0" anchor="ctr"/>
          <a:lstStyle/>
          <a:p>
            <a:pPr algn="l">
              <a:defRPr sz="1275" b="1">
                <a:solidFill>
                  <a:srgbClr val="C5D7DE"/>
                </a:solidFill>
                <a:latin typeface="Noto Sans KR"/>
                <a:ea typeface="Noto Sans KR"/>
                <a:cs typeface="Noto Sans KR"/>
              </a:defRPr>
            </a:pPr>
            <a:r>
              <a:rPr sz="1275" b="1">
                <a:solidFill>
                  <a:srgbClr val="C5D7DE"/>
                </a:solidFill>
                <a:latin typeface="Noto Sans KR"/>
                <a:ea typeface="Noto Sans KR"/>
                <a:cs typeface="Noto Sans KR"/>
              </a:rPr>
              <a:t>종 공공데이터</a:t>
            </a:r>
          </a:p>
        </p:txBody>
      </p:sp>
      <p:sp>
        <p:nvSpPr>
          <p:cNvPr id="6" name="직사각형 5">
            <a:extLst>
              <a:ext uri="{FF2B5EF4-FFF2-40B4-BE49-F238E27FC236}">
                <a16:creationId xmlns:a16="http://schemas.microsoft.com/office/drawing/2014/main" id="{9FD86A76-8DE5-4E08-90BA-3FCED5ADF2F4}"/>
              </a:ext>
            </a:extLst>
          </p:cNvPr>
          <p:cNvSpPr>
            <a:spLocks noGrp="1"/>
          </p:cNvSpPr>
          <p:nvPr/>
        </p:nvSpPr>
        <p:spPr>
          <a:xfrm>
            <a:off x="3181350" y="3219450"/>
            <a:ext cx="381000" cy="514350"/>
          </a:xfrm>
          <a:prstGeom prst="rect">
            <a:avLst/>
          </a:prstGeom>
          <a:noFill/>
          <a:ln w="0">
            <a:noFill/>
            <a:prstDash val="solid"/>
          </a:ln>
        </p:spPr>
        <p:txBody>
          <a:bodyPr lIns="0" tIns="0" rIns="0" bIns="0" anchor="ctr"/>
          <a:lstStyle/>
          <a:p>
            <a:pPr algn="ctr">
              <a:defRPr sz="2100" b="1">
                <a:solidFill>
                  <a:srgbClr val="00A58A"/>
                </a:solidFill>
                <a:latin typeface="Noto Sans KR"/>
                <a:ea typeface="Noto Sans KR"/>
                <a:cs typeface="Noto Sans KR"/>
              </a:defRPr>
            </a:pPr>
            <a:r>
              <a:rPr sz="2100" b="1">
                <a:solidFill>
                  <a:srgbClr val="00A58A"/>
                </a:solidFill>
                <a:latin typeface="Noto Sans KR"/>
                <a:ea typeface="Noto Sans KR"/>
                <a:cs typeface="Noto Sans KR"/>
              </a:rPr>
              <a:t>→</a:t>
            </a:r>
          </a:p>
        </p:txBody>
      </p:sp>
      <p:sp>
        <p:nvSpPr>
          <p:cNvPr id="7" name="직사각형 6">
            <a:extLst>
              <a:ext uri="{FF2B5EF4-FFF2-40B4-BE49-F238E27FC236}">
                <a16:creationId xmlns:a16="http://schemas.microsoft.com/office/drawing/2014/main" id="{6C951559-C3F3-45AF-ADD4-DCD7D20116ED}"/>
              </a:ext>
            </a:extLst>
          </p:cNvPr>
          <p:cNvSpPr>
            <a:spLocks noGrp="1"/>
          </p:cNvSpPr>
          <p:nvPr/>
        </p:nvSpPr>
        <p:spPr>
          <a:xfrm>
            <a:off x="3486150" y="3086100"/>
            <a:ext cx="1143000" cy="876300"/>
          </a:xfrm>
          <a:prstGeom prst="rect">
            <a:avLst/>
          </a:prstGeom>
          <a:noFill/>
          <a:ln w="0">
            <a:noFill/>
            <a:prstDash val="solid"/>
          </a:ln>
        </p:spPr>
        <p:txBody>
          <a:bodyPr lIns="0" tIns="0" rIns="0" bIns="0" anchor="ctr"/>
          <a:lstStyle/>
          <a:p>
            <a:pPr algn="ctr">
              <a:defRPr sz="5250" b="1">
                <a:solidFill>
                  <a:srgbClr val="FFFFFF"/>
                </a:solidFill>
                <a:latin typeface="Noto Sans KR"/>
                <a:ea typeface="Noto Sans KR"/>
                <a:cs typeface="Noto Sans KR"/>
              </a:defRPr>
            </a:pPr>
            <a:r>
              <a:rPr sz="5250" b="1">
                <a:solidFill>
                  <a:srgbClr val="FFFFFF"/>
                </a:solidFill>
                <a:latin typeface="Noto Sans KR"/>
                <a:ea typeface="Noto Sans KR"/>
                <a:cs typeface="Noto Sans KR"/>
              </a:rPr>
              <a:t>3</a:t>
            </a:r>
          </a:p>
        </p:txBody>
      </p:sp>
      <p:sp>
        <p:nvSpPr>
          <p:cNvPr id="8" name="직사각형 7">
            <a:extLst>
              <a:ext uri="{FF2B5EF4-FFF2-40B4-BE49-F238E27FC236}">
                <a16:creationId xmlns:a16="http://schemas.microsoft.com/office/drawing/2014/main" id="{EA73D9EB-0FB9-4F99-A74F-74ADB0158F53}"/>
              </a:ext>
            </a:extLst>
          </p:cNvPr>
          <p:cNvSpPr>
            <a:spLocks noGrp="1"/>
          </p:cNvSpPr>
          <p:nvPr/>
        </p:nvSpPr>
        <p:spPr>
          <a:xfrm>
            <a:off x="4629150" y="3295650"/>
            <a:ext cx="1466850" cy="457200"/>
          </a:xfrm>
          <a:prstGeom prst="rect">
            <a:avLst/>
          </a:prstGeom>
          <a:noFill/>
          <a:ln w="0">
            <a:noFill/>
            <a:prstDash val="solid"/>
          </a:ln>
        </p:spPr>
        <p:txBody>
          <a:bodyPr lIns="0" tIns="0" rIns="0" bIns="0" anchor="ctr"/>
          <a:lstStyle/>
          <a:p>
            <a:pPr algn="l">
              <a:defRPr sz="1275" b="1">
                <a:solidFill>
                  <a:srgbClr val="C5D7DE"/>
                </a:solidFill>
                <a:latin typeface="Noto Sans KR"/>
                <a:ea typeface="Noto Sans KR"/>
                <a:cs typeface="Noto Sans KR"/>
              </a:defRPr>
            </a:pPr>
            <a:r>
              <a:rPr sz="1275" b="1">
                <a:solidFill>
                  <a:srgbClr val="C5D7DE"/>
                </a:solidFill>
                <a:latin typeface="Noto Sans KR"/>
                <a:ea typeface="Noto Sans KR"/>
                <a:cs typeface="Noto Sans KR"/>
              </a:rPr>
              <a:t>후보국 Top 3</a:t>
            </a:r>
          </a:p>
        </p:txBody>
      </p:sp>
      <p:sp>
        <p:nvSpPr>
          <p:cNvPr id="9" name="직사각형 8">
            <a:extLst>
              <a:ext uri="{FF2B5EF4-FFF2-40B4-BE49-F238E27FC236}">
                <a16:creationId xmlns:a16="http://schemas.microsoft.com/office/drawing/2014/main" id="{624575F5-B4B0-4084-8CEA-519B3E09D9A1}"/>
              </a:ext>
            </a:extLst>
          </p:cNvPr>
          <p:cNvSpPr>
            <a:spLocks noGrp="1"/>
          </p:cNvSpPr>
          <p:nvPr/>
        </p:nvSpPr>
        <p:spPr>
          <a:xfrm>
            <a:off x="5905500" y="3219450"/>
            <a:ext cx="381000" cy="514350"/>
          </a:xfrm>
          <a:prstGeom prst="rect">
            <a:avLst/>
          </a:prstGeom>
          <a:noFill/>
          <a:ln w="0">
            <a:noFill/>
            <a:prstDash val="solid"/>
          </a:ln>
        </p:spPr>
        <p:txBody>
          <a:bodyPr lIns="0" tIns="0" rIns="0" bIns="0" anchor="ctr"/>
          <a:lstStyle/>
          <a:p>
            <a:pPr algn="ctr">
              <a:defRPr sz="2100" b="1">
                <a:solidFill>
                  <a:srgbClr val="00A58A"/>
                </a:solidFill>
                <a:latin typeface="Noto Sans KR"/>
                <a:ea typeface="Noto Sans KR"/>
                <a:cs typeface="Noto Sans KR"/>
              </a:defRPr>
            </a:pPr>
            <a:r>
              <a:rPr sz="2100" b="1">
                <a:solidFill>
                  <a:srgbClr val="00A58A"/>
                </a:solidFill>
                <a:latin typeface="Noto Sans KR"/>
                <a:ea typeface="Noto Sans KR"/>
                <a:cs typeface="Noto Sans KR"/>
              </a:rPr>
              <a:t>→</a:t>
            </a:r>
          </a:p>
        </p:txBody>
      </p:sp>
      <p:sp>
        <p:nvSpPr>
          <p:cNvPr id="10" name="직사각형 9">
            <a:extLst>
              <a:ext uri="{FF2B5EF4-FFF2-40B4-BE49-F238E27FC236}">
                <a16:creationId xmlns:a16="http://schemas.microsoft.com/office/drawing/2014/main" id="{239F9B05-716A-45FA-924B-BBB61DB98569}"/>
              </a:ext>
            </a:extLst>
          </p:cNvPr>
          <p:cNvSpPr>
            <a:spLocks noGrp="1"/>
          </p:cNvSpPr>
          <p:nvPr/>
        </p:nvSpPr>
        <p:spPr>
          <a:xfrm>
            <a:off x="6210300" y="3086100"/>
            <a:ext cx="1143000" cy="876300"/>
          </a:xfrm>
          <a:prstGeom prst="rect">
            <a:avLst/>
          </a:prstGeom>
          <a:noFill/>
          <a:ln w="0">
            <a:noFill/>
            <a:prstDash val="solid"/>
          </a:ln>
        </p:spPr>
        <p:txBody>
          <a:bodyPr lIns="0" tIns="0" rIns="0" bIns="0" anchor="ctr"/>
          <a:lstStyle/>
          <a:p>
            <a:pPr algn="ctr">
              <a:defRPr sz="5250" b="1">
                <a:solidFill>
                  <a:srgbClr val="FFFFFF"/>
                </a:solidFill>
                <a:latin typeface="Noto Sans KR"/>
                <a:ea typeface="Noto Sans KR"/>
                <a:cs typeface="Noto Sans KR"/>
              </a:defRPr>
            </a:pPr>
            <a:r>
              <a:rPr sz="5250" b="1">
                <a:solidFill>
                  <a:srgbClr val="FFFFFF"/>
                </a:solidFill>
                <a:latin typeface="Noto Sans KR"/>
                <a:ea typeface="Noto Sans KR"/>
                <a:cs typeface="Noto Sans KR"/>
              </a:rPr>
              <a:t>5</a:t>
            </a:r>
          </a:p>
        </p:txBody>
      </p:sp>
      <p:sp>
        <p:nvSpPr>
          <p:cNvPr id="11" name="직사각형 10">
            <a:extLst>
              <a:ext uri="{FF2B5EF4-FFF2-40B4-BE49-F238E27FC236}">
                <a16:creationId xmlns:a16="http://schemas.microsoft.com/office/drawing/2014/main" id="{C8653247-9F38-46F5-8EDF-5F22E280AA05}"/>
              </a:ext>
            </a:extLst>
          </p:cNvPr>
          <p:cNvSpPr>
            <a:spLocks noGrp="1"/>
          </p:cNvSpPr>
          <p:nvPr/>
        </p:nvSpPr>
        <p:spPr>
          <a:xfrm>
            <a:off x="7353300" y="3295650"/>
            <a:ext cx="1466850" cy="457200"/>
          </a:xfrm>
          <a:prstGeom prst="rect">
            <a:avLst/>
          </a:prstGeom>
          <a:noFill/>
          <a:ln w="0">
            <a:noFill/>
            <a:prstDash val="solid"/>
          </a:ln>
        </p:spPr>
        <p:txBody>
          <a:bodyPr lIns="0" tIns="0" rIns="0" bIns="0" anchor="ctr"/>
          <a:lstStyle/>
          <a:p>
            <a:pPr algn="l">
              <a:defRPr sz="1275" b="1">
                <a:solidFill>
                  <a:srgbClr val="C5D7DE"/>
                </a:solidFill>
                <a:latin typeface="Noto Sans KR"/>
                <a:ea typeface="Noto Sans KR"/>
                <a:cs typeface="Noto Sans KR"/>
              </a:defRPr>
            </a:pPr>
            <a:r>
              <a:rPr sz="1275" b="1">
                <a:solidFill>
                  <a:srgbClr val="C5D7DE"/>
                </a:solidFill>
                <a:latin typeface="Noto Sans KR"/>
                <a:ea typeface="Noto Sans KR"/>
                <a:cs typeface="Noto Sans KR"/>
              </a:rPr>
              <a:t>단계 검증</a:t>
            </a:r>
          </a:p>
        </p:txBody>
      </p:sp>
      <p:sp>
        <p:nvSpPr>
          <p:cNvPr id="12" name="직사각형 11">
            <a:extLst>
              <a:ext uri="{FF2B5EF4-FFF2-40B4-BE49-F238E27FC236}">
                <a16:creationId xmlns:a16="http://schemas.microsoft.com/office/drawing/2014/main" id="{14F2E378-9D34-4258-B57B-D621D83E8DFB}"/>
              </a:ext>
            </a:extLst>
          </p:cNvPr>
          <p:cNvSpPr>
            <a:spLocks noGrp="1"/>
          </p:cNvSpPr>
          <p:nvPr/>
        </p:nvSpPr>
        <p:spPr>
          <a:xfrm>
            <a:off x="8629650" y="3219450"/>
            <a:ext cx="381000" cy="514350"/>
          </a:xfrm>
          <a:prstGeom prst="rect">
            <a:avLst/>
          </a:prstGeom>
          <a:noFill/>
          <a:ln w="0">
            <a:noFill/>
            <a:prstDash val="solid"/>
          </a:ln>
        </p:spPr>
        <p:txBody>
          <a:bodyPr lIns="0" tIns="0" rIns="0" bIns="0" anchor="ctr"/>
          <a:lstStyle/>
          <a:p>
            <a:pPr algn="ctr">
              <a:defRPr sz="2100" b="1">
                <a:solidFill>
                  <a:srgbClr val="00A58A"/>
                </a:solidFill>
                <a:latin typeface="Noto Sans KR"/>
                <a:ea typeface="Noto Sans KR"/>
                <a:cs typeface="Noto Sans KR"/>
              </a:defRPr>
            </a:pPr>
            <a:r>
              <a:rPr sz="2100" b="1">
                <a:solidFill>
                  <a:srgbClr val="00A58A"/>
                </a:solidFill>
                <a:latin typeface="Noto Sans KR"/>
                <a:ea typeface="Noto Sans KR"/>
                <a:cs typeface="Noto Sans KR"/>
              </a:rPr>
              <a:t>→</a:t>
            </a:r>
          </a:p>
        </p:txBody>
      </p:sp>
      <p:sp>
        <p:nvSpPr>
          <p:cNvPr id="13" name="직사각형 12">
            <a:extLst>
              <a:ext uri="{FF2B5EF4-FFF2-40B4-BE49-F238E27FC236}">
                <a16:creationId xmlns:a16="http://schemas.microsoft.com/office/drawing/2014/main" id="{921C06B0-0D9A-4117-B805-CDAC59F6B202}"/>
              </a:ext>
            </a:extLst>
          </p:cNvPr>
          <p:cNvSpPr>
            <a:spLocks noGrp="1"/>
          </p:cNvSpPr>
          <p:nvPr/>
        </p:nvSpPr>
        <p:spPr>
          <a:xfrm>
            <a:off x="8934450" y="3086100"/>
            <a:ext cx="1143000" cy="876300"/>
          </a:xfrm>
          <a:prstGeom prst="rect">
            <a:avLst/>
          </a:prstGeom>
          <a:noFill/>
          <a:ln w="0">
            <a:noFill/>
            <a:prstDash val="solid"/>
          </a:ln>
        </p:spPr>
        <p:txBody>
          <a:bodyPr lIns="0" tIns="0" rIns="0" bIns="0" anchor="ctr"/>
          <a:lstStyle/>
          <a:p>
            <a:pPr algn="ctr">
              <a:defRPr sz="5250" b="1">
                <a:solidFill>
                  <a:srgbClr val="FFFFFF"/>
                </a:solidFill>
                <a:latin typeface="Noto Sans KR"/>
                <a:ea typeface="Noto Sans KR"/>
                <a:cs typeface="Noto Sans KR"/>
              </a:defRPr>
            </a:pPr>
            <a:r>
              <a:rPr sz="5250" b="1">
                <a:solidFill>
                  <a:srgbClr val="FFFFFF"/>
                </a:solidFill>
                <a:latin typeface="Noto Sans KR"/>
                <a:ea typeface="Noto Sans KR"/>
                <a:cs typeface="Noto Sans KR"/>
              </a:rPr>
              <a:t>1</a:t>
            </a:r>
          </a:p>
        </p:txBody>
      </p:sp>
      <p:sp>
        <p:nvSpPr>
          <p:cNvPr id="14" name="직사각형 13">
            <a:extLst>
              <a:ext uri="{FF2B5EF4-FFF2-40B4-BE49-F238E27FC236}">
                <a16:creationId xmlns:a16="http://schemas.microsoft.com/office/drawing/2014/main" id="{A4D037E5-6258-4D9D-B964-5196033623C4}"/>
              </a:ext>
            </a:extLst>
          </p:cNvPr>
          <p:cNvSpPr>
            <a:spLocks noGrp="1"/>
          </p:cNvSpPr>
          <p:nvPr/>
        </p:nvSpPr>
        <p:spPr>
          <a:xfrm>
            <a:off x="10077450" y="3295650"/>
            <a:ext cx="1466850" cy="457200"/>
          </a:xfrm>
          <a:prstGeom prst="rect">
            <a:avLst/>
          </a:prstGeom>
          <a:noFill/>
          <a:ln w="0">
            <a:noFill/>
            <a:prstDash val="solid"/>
          </a:ln>
        </p:spPr>
        <p:txBody>
          <a:bodyPr lIns="0" tIns="0" rIns="0" bIns="0" anchor="ctr"/>
          <a:lstStyle/>
          <a:p>
            <a:pPr algn="l">
              <a:defRPr sz="1275" b="1">
                <a:solidFill>
                  <a:srgbClr val="C5D7DE"/>
                </a:solidFill>
                <a:latin typeface="Noto Sans KR"/>
                <a:ea typeface="Noto Sans KR"/>
                <a:cs typeface="Noto Sans KR"/>
              </a:defRPr>
            </a:pPr>
            <a:r>
              <a:rPr sz="1275" b="1">
                <a:solidFill>
                  <a:srgbClr val="C5D7DE"/>
                </a:solidFill>
                <a:latin typeface="Noto Sans KR"/>
                <a:ea typeface="Noto Sans KR"/>
                <a:cs typeface="Noto Sans KR"/>
              </a:rPr>
              <a:t>실행 리포트</a:t>
            </a:r>
          </a:p>
        </p:txBody>
      </p:sp>
      <p:sp>
        <p:nvSpPr>
          <p:cNvPr id="15" name="직사각형 14">
            <a:extLst>
              <a:ext uri="{FF2B5EF4-FFF2-40B4-BE49-F238E27FC236}">
                <a16:creationId xmlns:a16="http://schemas.microsoft.com/office/drawing/2014/main" id="{9ED95DC9-918A-4568-840E-E88493B5AB98}"/>
              </a:ext>
            </a:extLst>
          </p:cNvPr>
          <p:cNvSpPr>
            <a:spLocks noGrp="1"/>
          </p:cNvSpPr>
          <p:nvPr/>
        </p:nvSpPr>
        <p:spPr>
          <a:xfrm>
            <a:off x="762000" y="4305300"/>
            <a:ext cx="10668000" cy="9525"/>
          </a:xfrm>
          <a:prstGeom prst="rect">
            <a:avLst/>
          </a:prstGeom>
          <a:solidFill>
            <a:srgbClr val="426170"/>
          </a:solidFill>
          <a:ln w="0">
            <a:solidFill>
              <a:srgbClr val="426170"/>
            </a:solidFill>
            <a:prstDash val="solid"/>
          </a:ln>
        </p:spPr>
      </p:sp>
      <p:sp>
        <p:nvSpPr>
          <p:cNvPr id="16" name="사각형: 둥근 모서리 15">
            <a:extLst>
              <a:ext uri="{FF2B5EF4-FFF2-40B4-BE49-F238E27FC236}">
                <a16:creationId xmlns:a16="http://schemas.microsoft.com/office/drawing/2014/main" id="{FECC8267-03BA-462A-86F5-98CD13A11945}"/>
              </a:ext>
            </a:extLst>
          </p:cNvPr>
          <p:cNvSpPr>
            <a:spLocks noGrp="1"/>
          </p:cNvSpPr>
          <p:nvPr/>
        </p:nvSpPr>
        <p:spPr>
          <a:xfrm>
            <a:off x="762000" y="4686300"/>
            <a:ext cx="10668000" cy="914400"/>
          </a:xfrm>
          <a:prstGeom prst="roundRect">
            <a:avLst>
              <a:gd name="adj" fmla="val 12500"/>
            </a:avLst>
          </a:prstGeom>
          <a:solidFill>
            <a:srgbClr val="FFFFFF"/>
          </a:solidFill>
          <a:ln w="0">
            <a:solidFill>
              <a:srgbClr val="FFFFFF"/>
            </a:solidFill>
            <a:prstDash val="solid"/>
          </a:ln>
        </p:spPr>
      </p:sp>
      <p:sp>
        <p:nvSpPr>
          <p:cNvPr id="17" name="직사각형 16">
            <a:extLst>
              <a:ext uri="{FF2B5EF4-FFF2-40B4-BE49-F238E27FC236}">
                <a16:creationId xmlns:a16="http://schemas.microsoft.com/office/drawing/2014/main" id="{0CD3F04C-D215-4245-A4C2-594DCD1B500E}"/>
              </a:ext>
            </a:extLst>
          </p:cNvPr>
          <p:cNvSpPr>
            <a:spLocks noGrp="1"/>
          </p:cNvSpPr>
          <p:nvPr/>
        </p:nvSpPr>
        <p:spPr>
          <a:xfrm>
            <a:off x="1047750" y="4914900"/>
            <a:ext cx="1524000" cy="457200"/>
          </a:xfrm>
          <a:prstGeom prst="rect">
            <a:avLst/>
          </a:prstGeom>
          <a:noFill/>
          <a:ln w="0">
            <a:noFill/>
            <a:prstDash val="solid"/>
          </a:ln>
        </p:spPr>
        <p:txBody>
          <a:bodyPr lIns="0" tIns="0" rIns="0" bIns="0" anchor="ctr"/>
          <a:lstStyle/>
          <a:p>
            <a:pPr algn="l">
              <a:defRPr sz="1350" b="1">
                <a:solidFill>
                  <a:srgbClr val="00A58A"/>
                </a:solidFill>
                <a:latin typeface="Noto Sans KR"/>
                <a:ea typeface="Noto Sans KR"/>
                <a:cs typeface="Noto Sans KR"/>
              </a:defRPr>
            </a:pPr>
            <a:r>
              <a:rPr sz="1350" b="1">
                <a:solidFill>
                  <a:srgbClr val="00A58A"/>
                </a:solidFill>
                <a:latin typeface="Noto Sans KR"/>
                <a:ea typeface="Noto Sans KR"/>
                <a:cs typeface="Noto Sans KR"/>
              </a:rPr>
              <a:t>다음 단계</a:t>
            </a:r>
          </a:p>
        </p:txBody>
      </p:sp>
      <p:sp>
        <p:nvSpPr>
          <p:cNvPr id="18" name="직사각형 17">
            <a:extLst>
              <a:ext uri="{FF2B5EF4-FFF2-40B4-BE49-F238E27FC236}">
                <a16:creationId xmlns:a16="http://schemas.microsoft.com/office/drawing/2014/main" id="{141E9EE3-4F89-4CF1-B956-48A0C82D3D8E}"/>
              </a:ext>
            </a:extLst>
          </p:cNvPr>
          <p:cNvSpPr>
            <a:spLocks noGrp="1"/>
          </p:cNvSpPr>
          <p:nvPr/>
        </p:nvSpPr>
        <p:spPr>
          <a:xfrm>
            <a:off x="2781300" y="4876800"/>
            <a:ext cx="8286750" cy="533400"/>
          </a:xfrm>
          <a:prstGeom prst="rect">
            <a:avLst/>
          </a:prstGeom>
          <a:noFill/>
          <a:ln w="0">
            <a:noFill/>
            <a:prstDash val="solid"/>
          </a:ln>
        </p:spPr>
        <p:txBody>
          <a:bodyPr lIns="0" tIns="0" rIns="0" bIns="0" anchor="ctr"/>
          <a:lstStyle/>
          <a:p>
            <a:pPr algn="ctr">
              <a:defRPr sz="1875" b="1">
                <a:solidFill>
                  <a:srgbClr val="051C2C"/>
                </a:solidFill>
                <a:latin typeface="Noto Sans KR"/>
                <a:ea typeface="Noto Sans KR"/>
                <a:cs typeface="Noto Sans KR"/>
              </a:defRPr>
            </a:pPr>
            <a:r>
              <a:rPr sz="1875" b="1">
                <a:solidFill>
                  <a:srgbClr val="051C2C"/>
                </a:solidFill>
                <a:latin typeface="Noto Sans KR"/>
                <a:ea typeface="Noto Sans KR"/>
                <a:cs typeface="Noto Sans KR"/>
              </a:rPr>
              <a:t>산단·지원기관 파일럿으로 시간 단축과 판단 품질을 검증하겠습니다.</a:t>
            </a:r>
          </a:p>
        </p:txBody>
      </p:sp>
      <p:sp>
        <p:nvSpPr>
          <p:cNvPr id="19" name="직사각형 18">
            <a:extLst>
              <a:ext uri="{FF2B5EF4-FFF2-40B4-BE49-F238E27FC236}">
                <a16:creationId xmlns:a16="http://schemas.microsoft.com/office/drawing/2014/main" id="{E0FAC429-0649-4798-AAE9-86FCFCEAF194}"/>
              </a:ext>
            </a:extLst>
          </p:cNvPr>
          <p:cNvSpPr>
            <a:spLocks noGrp="1"/>
          </p:cNvSpPr>
          <p:nvPr/>
        </p:nvSpPr>
        <p:spPr>
          <a:xfrm>
            <a:off x="762000" y="6019800"/>
            <a:ext cx="4095750" cy="228600"/>
          </a:xfrm>
          <a:prstGeom prst="rect">
            <a:avLst/>
          </a:prstGeom>
          <a:noFill/>
          <a:ln w="0">
            <a:noFill/>
            <a:prstDash val="solid"/>
          </a:ln>
        </p:spPr>
        <p:txBody>
          <a:bodyPr lIns="0" tIns="0" rIns="0" bIns="0" anchor="ctr"/>
          <a:lstStyle/>
          <a:p>
            <a:pPr algn="l">
              <a:defRPr sz="900" b="1">
                <a:solidFill>
                  <a:srgbClr val="8FD8CB"/>
                </a:solidFill>
                <a:latin typeface="Noto Sans KR"/>
                <a:ea typeface="Noto Sans KR"/>
                <a:cs typeface="Noto Sans KR"/>
              </a:defRPr>
            </a:pPr>
            <a:r>
              <a:rPr sz="900" b="1">
                <a:solidFill>
                  <a:srgbClr val="8FD8CB"/>
                </a:solidFill>
                <a:latin typeface="Noto Sans KR"/>
                <a:ea typeface="Noto Sans KR"/>
                <a:cs typeface="Noto Sans KR"/>
              </a:rPr>
              <a:t>AI 산단수출 코파일럿</a:t>
            </a:r>
          </a:p>
        </p:txBody>
      </p:sp>
      <p:sp>
        <p:nvSpPr>
          <p:cNvPr id="20" name="직사각형 19">
            <a:extLst>
              <a:ext uri="{FF2B5EF4-FFF2-40B4-BE49-F238E27FC236}">
                <a16:creationId xmlns:a16="http://schemas.microsoft.com/office/drawing/2014/main" id="{25C0DBCB-58A8-4A90-B9CC-A528E9AA17AF}"/>
              </a:ext>
            </a:extLst>
          </p:cNvPr>
          <p:cNvSpPr>
            <a:spLocks noGrp="1"/>
          </p:cNvSpPr>
          <p:nvPr/>
        </p:nvSpPr>
        <p:spPr>
          <a:xfrm>
            <a:off x="9810750" y="6019800"/>
            <a:ext cx="1619250" cy="228600"/>
          </a:xfrm>
          <a:prstGeom prst="rect">
            <a:avLst/>
          </a:prstGeom>
          <a:noFill/>
          <a:ln w="0">
            <a:noFill/>
            <a:prstDash val="solid"/>
          </a:ln>
        </p:spPr>
        <p:txBody>
          <a:bodyPr lIns="0" tIns="0" rIns="0" bIns="0" anchor="ctr"/>
          <a:lstStyle/>
          <a:p>
            <a:pPr algn="r">
              <a:defRPr sz="900" b="1">
                <a:solidFill>
                  <a:srgbClr val="8FD8CB"/>
                </a:solidFill>
                <a:latin typeface="Noto Sans KR"/>
                <a:ea typeface="Noto Sans KR"/>
                <a:cs typeface="Noto Sans KR"/>
              </a:defRPr>
            </a:pPr>
            <a:r>
              <a:rPr sz="900" b="1">
                <a:solidFill>
                  <a:srgbClr val="8FD8CB"/>
                </a:solidFill>
                <a:latin typeface="Noto Sans KR"/>
                <a:ea typeface="Noto Sans KR"/>
                <a:cs typeface="Noto Sans KR"/>
              </a:rPr>
              <a:t>THANK YOU</a:t>
            </a:r>
          </a:p>
        </p:txBody>
      </p:sp>
    </p:spTree>
    <p:extLst>
      <p:ext uri="{BB962C8B-B14F-4D97-AF65-F5344CB8AC3E}">
        <p14:creationId xmlns:p14="http://schemas.microsoft.com/office/powerpoint/2010/main" val="286024020"/>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61</TotalTime>
  <Words>2256</Words>
  <Application>Microsoft Office PowerPoint</Application>
  <DocSecurity>0</DocSecurity>
  <PresentationFormat>와이드스크린</PresentationFormat>
  <Paragraphs>369</Paragraphs>
  <Slides>13</Slides>
  <Notes>13</Notes>
  <HiddenSlides>0</HiddenSlides>
  <MMClips>3</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13</vt:i4>
      </vt:variant>
    </vt:vector>
  </HeadingPairs>
  <TitlesOfParts>
    <vt:vector size="17" baseType="lpstr">
      <vt:lpstr>Noto Sans KR</vt:lpstr>
      <vt:lpstr>Malgun Gothic</vt:lpstr>
      <vt:lpstr>Calibri</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창재 유</cp:lastModifiedBy>
  <cp:revision>15</cp:revision>
  <dcterms:created xsi:type="dcterms:W3CDTF">2026-07-24T07:44:16Z</dcterms:created>
  <dcterms:modified xsi:type="dcterms:W3CDTF">2026-07-24T09:46:11Z</dcterms:modified>
</cp:coreProperties>
</file>